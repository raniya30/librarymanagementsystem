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22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759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PROGRAMMING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CRUD application for managing library records — adding, viewing, searching, issuing, and returning books.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3108960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Ramya N-811325104169  •  Raniya A-811325104170  •  Sahana D-811325104185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 behind the project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51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810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76" y="2487168"/>
            <a:ext cx="694944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80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Ramya 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980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4727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487168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556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Raniya 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556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811325104170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303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962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2487168"/>
            <a:ext cx="694944" cy="6949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32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Sahana 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132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811325104185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745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is a console-based application developed using the C programming language to simplify the management of library records.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allows users to perform essential library operations — adding new books, viewing all available books, searching for books by ID, issuing books, and returning books.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160020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7373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052560" y="16002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CRUD Operations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315468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052560" y="315468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0" y="470916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89520" y="4846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052560" y="47091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Complexity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 features that power the system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848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155058"/>
            <a:ext cx="444764" cy="444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2221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— ID, Title, Author, Category, Publisher, Year, Quantity, Price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20848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906" y="2155058"/>
            <a:ext cx="444764" cy="444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0" y="2221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multiple book records in memory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35935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3663818"/>
            <a:ext cx="444764" cy="444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37307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operations for each library task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583680" y="35935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906" y="3663818"/>
            <a:ext cx="444764" cy="4447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Conditionals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315200" y="37307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records and controlling program flow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7" name="Shape 20"/>
          <p:cNvSpPr/>
          <p:nvPr/>
        </p:nvSpPr>
        <p:spPr>
          <a:xfrm>
            <a:off x="731520" y="51023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46" y="5172578"/>
            <a:ext cx="444764" cy="4447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Handling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463040" y="5239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fgets() and strcspn() for safe text input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35508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32" name="Shape 24"/>
          <p:cNvSpPr/>
          <p:nvPr/>
        </p:nvSpPr>
        <p:spPr>
          <a:xfrm>
            <a:off x="6583680" y="51023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906" y="5172578"/>
            <a:ext cx="444764" cy="4447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315200" y="5239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Book IDs and invalid data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functions drive the entire program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91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findId()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291840" y="1691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book using Book ID and returns its index.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04872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048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addBook()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291840" y="24048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book after validating the entered details.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118104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181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viewBook()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291840" y="31181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available book records.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831336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searchBook()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291840" y="383133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and displays a book using its Book ID.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4544568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5445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issueBook()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291840" y="4544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book by decreasing its available quantity.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02920" y="5257800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2578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returnBook()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3291840" y="52578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book by increasing its available quantity.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02920" y="601675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drives it all — displays the menu and controls execution via a switch statement.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Project to CRUD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library operation maps to a classic CRUD action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42316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10" y="2099462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addBook()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book record into the array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42900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61188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600" dirty="0"/>
          </a:p>
        </p:txBody>
      </p:sp>
      <p:sp>
        <p:nvSpPr>
          <p:cNvPr id="16" name="Shape 12"/>
          <p:cNvSpPr/>
          <p:nvPr/>
        </p:nvSpPr>
        <p:spPr>
          <a:xfrm>
            <a:off x="534924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2099462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61188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118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viewBook() / searchBook()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1188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records or look up one by ID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5508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3796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600" dirty="0"/>
          </a:p>
        </p:txBody>
      </p:sp>
      <p:sp>
        <p:nvSpPr>
          <p:cNvPr id="24" name="Shape 19"/>
          <p:cNvSpPr/>
          <p:nvPr/>
        </p:nvSpPr>
        <p:spPr>
          <a:xfrm>
            <a:off x="827532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70" y="2099462"/>
            <a:ext cx="382219" cy="38221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379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53796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3796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issueBook() / returnBook()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53796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quantity when a book is issued or returned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28116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46404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600" dirty="0"/>
          </a:p>
        </p:txBody>
      </p:sp>
      <p:sp>
        <p:nvSpPr>
          <p:cNvPr id="32" name="Shape 26"/>
          <p:cNvSpPr/>
          <p:nvPr/>
        </p:nvSpPr>
        <p:spPr>
          <a:xfrm>
            <a:off x="1120140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1750" y="2099462"/>
            <a:ext cx="382219" cy="38221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4640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946404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46404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deleteBook()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46404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book record from the catalog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 Record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 backs every CRUD operation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reads from or writes to one array of Book structures held in memory.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5603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ID uniquely identifies each record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array (MAX = 100) keeps the system simple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tracks how many books are currently stored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89320" y="1554480"/>
            <a:ext cx="5715000" cy="4663440"/>
          </a:xfrm>
          <a:prstGeom prst="roundRect">
            <a:avLst>
              <a:gd name="adj" fmla="val 156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53912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938528"/>
            <a:ext cx="5257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 100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title[100];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author[100];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category[50];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publisher[100];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year;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quantity;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float price;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Book;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books[MAX];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— addBook()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book to the catalog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— findId() scans existing records to prevent ID conflicts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— fgets() and strcspn() for clean string handling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ensures positive values for price and quantity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addBook()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 b;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&amp;b.id);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(findId(b.id) != -1)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printf("Duplicate ID!\n");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getchar();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printf("Title: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fgets(b.title, 100, stdin);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b.title[strcspn(b.title, "\n")] = 0;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printf("Quantity: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&amp;b.quantity);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printf("Price: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scanf("%f", &amp;b.price);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(b.quantity &lt; 0 || b.price &lt; 0)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printf("Invalid data!\n");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books[count++] = b;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added.\n");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— viewBook()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the full library inventory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through the global book array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 for every stored attribute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Empty-state check informs users if the library is vacant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206240"/>
          </a:xfrm>
          <a:prstGeom prst="roundRect">
            <a:avLst>
              <a:gd name="adj" fmla="val 173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viewBook()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(count == 0)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printf("Library is empty.\n");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count; i++)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printf("ID: %d\n", books[i].id);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printf("Title: %s\n", books[i].title);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printf("Author: %s\n", books[i].author);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printf("Qty: %d | Price: %.2f\n",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books[i].quantity,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books[i].price);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printf("------------------------\n");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— searchBook()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one record in O(n) time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findId() helper to locate specific records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pulls up details using a unique Book ID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targeted queries even as the catalog grows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findId(int id)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count; i++)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if (books[i].id == id)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return i;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searchBook()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printf("Title: %s\n", books[idx].title);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printf("Qty: %d\n", books[idx].quantity);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— issueBook()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 a book reduces its availability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locates the record via findId()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calculation reduces the quantity register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Quantity_new = Quantity_old − 1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572000"/>
          </a:xfrm>
          <a:prstGeom prst="roundRect">
            <a:avLst>
              <a:gd name="adj" fmla="val 1600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issueBook()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(books[idx].quantity &lt;= 0)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printf("Out of stock.\n");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books[idx].quantity--;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issued. Remaining: %d\n",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books[idx].quantity);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— returnBook()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book restores its availability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recovery — re-indexes the returning copy via ID lookup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Incrementation increases the available count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prints the updated value back to the terminal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297680"/>
          </a:xfrm>
          <a:prstGeom prst="roundRect">
            <a:avLst>
              <a:gd name="adj" fmla="val 1702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returnBook()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books[idx].quantity++;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returned. Available: %d\n",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books[idx].quantity);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deleteBook()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CRUD set by removing a record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original menu — added here to complete CRUD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record via findId()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subsequent records left to close the gap, then shrinks count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663440"/>
          </a:xfrm>
          <a:prstGeom prst="roundRect">
            <a:avLst>
              <a:gd name="adj" fmla="val 156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deleteBook()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idx; i &lt; count - 1; i++)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books[i] = books[i + 1];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count--;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deleted.\n");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— Tying It Together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statement drives every CRUD action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10515600" cy="4572000"/>
          </a:xfrm>
          <a:prstGeom prst="roundRect">
            <a:avLst>
              <a:gd name="adj" fmla="val 1600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18379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88720" y="18379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389888" y="18379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075688"/>
            <a:ext cx="10058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choice;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do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printf("1.Add 2.View 3.Search "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"4.Issue 5.Return 6.Delete 0.Exit\n");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scanf("%d", &amp;choice);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switch (choice)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1: addBook();  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2: viewBook(); 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3: searchBook();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4: issueBook();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5: returnBook();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6: deleteBook();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 while (choice != 0);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0;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226954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Ramya N-811325104169  •  Raniya A-811325104170  •  Sahana D-811325104185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program running in the terminal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 — the user picks an option (1–6) to run any CRUD action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added, then displayed — output confirms the record was stored correctly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Formatted, readable output — every field prints clearly for the user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LIBRARY MANAGEMENT SYSTEM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1. Add Book      2. View Books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3. Search Book   4. Issue Book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5. Return Book   6. Exit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your choice: 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Book ID: 101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Title: The Alchemist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Quantity: 5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Price: 350.00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Book added.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your choice: 2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ID: 101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Title: The Alchemist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Author: Paulo Coelho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Qty: 5 | Price: 350.00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------------------------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your choice: 4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Book ID: 101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Book issued. Remaining: 4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Enter your choice: 0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for using the system.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Ramya N, Raniya A, Sahana D</dc:creator>
  <cp:lastModifiedBy>Ramya N, Raniya A, Sahana D</cp:lastModifiedBy>
  <cp:revision>1</cp:revision>
  <dcterms:created xsi:type="dcterms:W3CDTF">2026-07-07T11:26:35Z</dcterms:created>
  <dcterms:modified xsi:type="dcterms:W3CDTF">2026-07-07T11:26:35Z</dcterms:modified>
</cp:coreProperties>
</file>