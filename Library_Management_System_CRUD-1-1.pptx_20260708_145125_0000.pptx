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jpg" ContentType="image/jpg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131B4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31B4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31B4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314179" y="2927667"/>
            <a:ext cx="6456044" cy="66899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31B4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B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4379" y="685799"/>
            <a:ext cx="850900" cy="850900"/>
          </a:xfrm>
          <a:custGeom>
            <a:avLst/>
            <a:gdLst/>
            <a:ahLst/>
            <a:cxnLst/>
            <a:rect l="l" t="t" r="r" b="b"/>
            <a:pathLst>
              <a:path w="850900" h="850900">
                <a:moveTo>
                  <a:pt x="425196" y="850391"/>
                </a:moveTo>
                <a:lnTo>
                  <a:pt x="378872" y="847896"/>
                </a:lnTo>
                <a:lnTo>
                  <a:pt x="333992" y="840583"/>
                </a:lnTo>
                <a:lnTo>
                  <a:pt x="290815" y="828711"/>
                </a:lnTo>
                <a:lnTo>
                  <a:pt x="249601" y="812541"/>
                </a:lnTo>
                <a:lnTo>
                  <a:pt x="210608" y="792331"/>
                </a:lnTo>
                <a:lnTo>
                  <a:pt x="174097" y="768342"/>
                </a:lnTo>
                <a:lnTo>
                  <a:pt x="140327" y="740833"/>
                </a:lnTo>
                <a:lnTo>
                  <a:pt x="109558" y="710064"/>
                </a:lnTo>
                <a:lnTo>
                  <a:pt x="82049" y="676294"/>
                </a:lnTo>
                <a:lnTo>
                  <a:pt x="58060" y="639783"/>
                </a:lnTo>
                <a:lnTo>
                  <a:pt x="37850" y="600790"/>
                </a:lnTo>
                <a:lnTo>
                  <a:pt x="21680" y="559576"/>
                </a:lnTo>
                <a:lnTo>
                  <a:pt x="9808" y="516399"/>
                </a:lnTo>
                <a:lnTo>
                  <a:pt x="2495" y="471519"/>
                </a:lnTo>
                <a:lnTo>
                  <a:pt x="0" y="425195"/>
                </a:lnTo>
                <a:lnTo>
                  <a:pt x="2495" y="378872"/>
                </a:lnTo>
                <a:lnTo>
                  <a:pt x="9808" y="333992"/>
                </a:lnTo>
                <a:lnTo>
                  <a:pt x="21680" y="290815"/>
                </a:lnTo>
                <a:lnTo>
                  <a:pt x="37850" y="249601"/>
                </a:lnTo>
                <a:lnTo>
                  <a:pt x="58060" y="210608"/>
                </a:lnTo>
                <a:lnTo>
                  <a:pt x="82049" y="174097"/>
                </a:lnTo>
                <a:lnTo>
                  <a:pt x="109558" y="140327"/>
                </a:lnTo>
                <a:lnTo>
                  <a:pt x="140327" y="109557"/>
                </a:lnTo>
                <a:lnTo>
                  <a:pt x="174097" y="82049"/>
                </a:lnTo>
                <a:lnTo>
                  <a:pt x="210608" y="58060"/>
                </a:lnTo>
                <a:lnTo>
                  <a:pt x="249601" y="37850"/>
                </a:lnTo>
                <a:lnTo>
                  <a:pt x="290815" y="21680"/>
                </a:lnTo>
                <a:lnTo>
                  <a:pt x="333992" y="9808"/>
                </a:lnTo>
                <a:lnTo>
                  <a:pt x="378872" y="2495"/>
                </a:lnTo>
                <a:lnTo>
                  <a:pt x="425196" y="0"/>
                </a:lnTo>
                <a:lnTo>
                  <a:pt x="471519" y="2495"/>
                </a:lnTo>
                <a:lnTo>
                  <a:pt x="516399" y="9808"/>
                </a:lnTo>
                <a:lnTo>
                  <a:pt x="559576" y="21680"/>
                </a:lnTo>
                <a:lnTo>
                  <a:pt x="600790" y="37850"/>
                </a:lnTo>
                <a:lnTo>
                  <a:pt x="639783" y="58060"/>
                </a:lnTo>
                <a:lnTo>
                  <a:pt x="676294" y="82049"/>
                </a:lnTo>
                <a:lnTo>
                  <a:pt x="710064" y="109557"/>
                </a:lnTo>
                <a:lnTo>
                  <a:pt x="740834" y="140327"/>
                </a:lnTo>
                <a:lnTo>
                  <a:pt x="768342" y="174097"/>
                </a:lnTo>
                <a:lnTo>
                  <a:pt x="792331" y="210608"/>
                </a:lnTo>
                <a:lnTo>
                  <a:pt x="812541" y="249601"/>
                </a:lnTo>
                <a:lnTo>
                  <a:pt x="828711" y="290815"/>
                </a:lnTo>
                <a:lnTo>
                  <a:pt x="840583" y="333992"/>
                </a:lnTo>
                <a:lnTo>
                  <a:pt x="847896" y="378872"/>
                </a:lnTo>
                <a:lnTo>
                  <a:pt x="850392" y="425195"/>
                </a:lnTo>
                <a:lnTo>
                  <a:pt x="847896" y="471519"/>
                </a:lnTo>
                <a:lnTo>
                  <a:pt x="840583" y="516399"/>
                </a:lnTo>
                <a:lnTo>
                  <a:pt x="828711" y="559576"/>
                </a:lnTo>
                <a:lnTo>
                  <a:pt x="812541" y="600790"/>
                </a:lnTo>
                <a:lnTo>
                  <a:pt x="792331" y="639783"/>
                </a:lnTo>
                <a:lnTo>
                  <a:pt x="768342" y="676294"/>
                </a:lnTo>
                <a:lnTo>
                  <a:pt x="740834" y="710064"/>
                </a:lnTo>
                <a:lnTo>
                  <a:pt x="710064" y="740833"/>
                </a:lnTo>
                <a:lnTo>
                  <a:pt x="676294" y="768342"/>
                </a:lnTo>
                <a:lnTo>
                  <a:pt x="639783" y="792331"/>
                </a:lnTo>
                <a:lnTo>
                  <a:pt x="600790" y="812541"/>
                </a:lnTo>
                <a:lnTo>
                  <a:pt x="559576" y="828711"/>
                </a:lnTo>
                <a:lnTo>
                  <a:pt x="516399" y="840583"/>
                </a:lnTo>
                <a:lnTo>
                  <a:pt x="471519" y="847896"/>
                </a:lnTo>
                <a:lnTo>
                  <a:pt x="425196" y="850391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38959" y="620521"/>
            <a:ext cx="6254750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131B4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6279" y="2537459"/>
            <a:ext cx="16880205" cy="5993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67360" y="0"/>
            <a:ext cx="5120640" cy="4937760"/>
          </a:xfrm>
          <a:custGeom>
            <a:avLst/>
            <a:gdLst/>
            <a:ahLst/>
            <a:cxnLst/>
            <a:rect l="l" t="t" r="r" b="b"/>
            <a:pathLst>
              <a:path w="5120640" h="4937760">
                <a:moveTo>
                  <a:pt x="4409652" y="4848859"/>
                </a:moveTo>
                <a:lnTo>
                  <a:pt x="2722667" y="4848859"/>
                </a:lnTo>
                <a:lnTo>
                  <a:pt x="2456404" y="4772659"/>
                </a:lnTo>
                <a:lnTo>
                  <a:pt x="2412869" y="4747259"/>
                </a:lnTo>
                <a:lnTo>
                  <a:pt x="2283790" y="4709159"/>
                </a:lnTo>
                <a:lnTo>
                  <a:pt x="2241285" y="4683759"/>
                </a:lnTo>
                <a:lnTo>
                  <a:pt x="2157082" y="4658359"/>
                </a:lnTo>
                <a:lnTo>
                  <a:pt x="2115392" y="4632959"/>
                </a:lnTo>
                <a:lnTo>
                  <a:pt x="2073982" y="4620259"/>
                </a:lnTo>
                <a:lnTo>
                  <a:pt x="2032856" y="4594859"/>
                </a:lnTo>
                <a:lnTo>
                  <a:pt x="1992017" y="4582159"/>
                </a:lnTo>
                <a:lnTo>
                  <a:pt x="1911220" y="4531359"/>
                </a:lnTo>
                <a:lnTo>
                  <a:pt x="1871269" y="4518659"/>
                </a:lnTo>
                <a:lnTo>
                  <a:pt x="1792283" y="4467859"/>
                </a:lnTo>
                <a:lnTo>
                  <a:pt x="1753257" y="4455159"/>
                </a:lnTo>
                <a:lnTo>
                  <a:pt x="1638090" y="4378959"/>
                </a:lnTo>
                <a:lnTo>
                  <a:pt x="1525877" y="4302759"/>
                </a:lnTo>
                <a:lnTo>
                  <a:pt x="1452764" y="4251959"/>
                </a:lnTo>
                <a:lnTo>
                  <a:pt x="1381044" y="4201159"/>
                </a:lnTo>
                <a:lnTo>
                  <a:pt x="1345717" y="4163059"/>
                </a:lnTo>
                <a:lnTo>
                  <a:pt x="1276149" y="4112259"/>
                </a:lnTo>
                <a:lnTo>
                  <a:pt x="1241916" y="4086859"/>
                </a:lnTo>
                <a:lnTo>
                  <a:pt x="1208056" y="4048759"/>
                </a:lnTo>
                <a:lnTo>
                  <a:pt x="1141470" y="3997959"/>
                </a:lnTo>
                <a:lnTo>
                  <a:pt x="1108752" y="3959859"/>
                </a:lnTo>
                <a:lnTo>
                  <a:pt x="1076423" y="3934459"/>
                </a:lnTo>
                <a:lnTo>
                  <a:pt x="1044487" y="3896359"/>
                </a:lnTo>
                <a:lnTo>
                  <a:pt x="1012948" y="3870959"/>
                </a:lnTo>
                <a:lnTo>
                  <a:pt x="981810" y="3832859"/>
                </a:lnTo>
                <a:lnTo>
                  <a:pt x="951077" y="3807459"/>
                </a:lnTo>
                <a:lnTo>
                  <a:pt x="920754" y="3769359"/>
                </a:lnTo>
                <a:lnTo>
                  <a:pt x="890843" y="3731259"/>
                </a:lnTo>
                <a:lnTo>
                  <a:pt x="861350" y="3705859"/>
                </a:lnTo>
                <a:lnTo>
                  <a:pt x="832277" y="3667759"/>
                </a:lnTo>
                <a:lnTo>
                  <a:pt x="803630" y="3629659"/>
                </a:lnTo>
                <a:lnTo>
                  <a:pt x="775413" y="3604259"/>
                </a:lnTo>
                <a:lnTo>
                  <a:pt x="747629" y="3566159"/>
                </a:lnTo>
                <a:lnTo>
                  <a:pt x="720282" y="3528059"/>
                </a:lnTo>
                <a:lnTo>
                  <a:pt x="693377" y="3489959"/>
                </a:lnTo>
                <a:lnTo>
                  <a:pt x="666917" y="3451859"/>
                </a:lnTo>
                <a:lnTo>
                  <a:pt x="640907" y="3413759"/>
                </a:lnTo>
                <a:lnTo>
                  <a:pt x="615350" y="3375659"/>
                </a:lnTo>
                <a:lnTo>
                  <a:pt x="590251" y="3337559"/>
                </a:lnTo>
                <a:lnTo>
                  <a:pt x="565613" y="3312159"/>
                </a:lnTo>
                <a:lnTo>
                  <a:pt x="541442" y="3274059"/>
                </a:lnTo>
                <a:lnTo>
                  <a:pt x="517740" y="3223259"/>
                </a:lnTo>
                <a:lnTo>
                  <a:pt x="494512" y="3185159"/>
                </a:lnTo>
                <a:lnTo>
                  <a:pt x="471762" y="3147059"/>
                </a:lnTo>
                <a:lnTo>
                  <a:pt x="449493" y="3108959"/>
                </a:lnTo>
                <a:lnTo>
                  <a:pt x="427711" y="3070859"/>
                </a:lnTo>
                <a:lnTo>
                  <a:pt x="406418" y="3032759"/>
                </a:lnTo>
                <a:lnTo>
                  <a:pt x="385620" y="2994659"/>
                </a:lnTo>
                <a:lnTo>
                  <a:pt x="365320" y="2956559"/>
                </a:lnTo>
                <a:lnTo>
                  <a:pt x="345521" y="2905759"/>
                </a:lnTo>
                <a:lnTo>
                  <a:pt x="326229" y="2867659"/>
                </a:lnTo>
                <a:lnTo>
                  <a:pt x="307447" y="2829559"/>
                </a:lnTo>
                <a:lnTo>
                  <a:pt x="289180" y="2791459"/>
                </a:lnTo>
                <a:lnTo>
                  <a:pt x="271430" y="2740659"/>
                </a:lnTo>
                <a:lnTo>
                  <a:pt x="254203" y="2702559"/>
                </a:lnTo>
                <a:lnTo>
                  <a:pt x="237502" y="2664459"/>
                </a:lnTo>
                <a:lnTo>
                  <a:pt x="221332" y="2613659"/>
                </a:lnTo>
                <a:lnTo>
                  <a:pt x="205696" y="2575559"/>
                </a:lnTo>
                <a:lnTo>
                  <a:pt x="190599" y="2537459"/>
                </a:lnTo>
                <a:lnTo>
                  <a:pt x="176044" y="2486659"/>
                </a:lnTo>
                <a:lnTo>
                  <a:pt x="162036" y="2448559"/>
                </a:lnTo>
                <a:lnTo>
                  <a:pt x="148578" y="2397759"/>
                </a:lnTo>
                <a:lnTo>
                  <a:pt x="135675" y="2359659"/>
                </a:lnTo>
                <a:lnTo>
                  <a:pt x="123331" y="2308859"/>
                </a:lnTo>
                <a:lnTo>
                  <a:pt x="111549" y="2270759"/>
                </a:lnTo>
                <a:lnTo>
                  <a:pt x="100334" y="2219959"/>
                </a:lnTo>
                <a:lnTo>
                  <a:pt x="89691" y="2181859"/>
                </a:lnTo>
                <a:lnTo>
                  <a:pt x="79621" y="2131059"/>
                </a:lnTo>
                <a:lnTo>
                  <a:pt x="70131" y="2080259"/>
                </a:lnTo>
                <a:lnTo>
                  <a:pt x="61224" y="2042159"/>
                </a:lnTo>
                <a:lnTo>
                  <a:pt x="52904" y="1991359"/>
                </a:lnTo>
                <a:lnTo>
                  <a:pt x="45175" y="1953259"/>
                </a:lnTo>
                <a:lnTo>
                  <a:pt x="38041" y="1902459"/>
                </a:lnTo>
                <a:lnTo>
                  <a:pt x="31506" y="1851659"/>
                </a:lnTo>
                <a:lnTo>
                  <a:pt x="25574" y="1813559"/>
                </a:lnTo>
                <a:lnTo>
                  <a:pt x="20250" y="1762759"/>
                </a:lnTo>
                <a:lnTo>
                  <a:pt x="15537" y="1711959"/>
                </a:lnTo>
                <a:lnTo>
                  <a:pt x="11439" y="1661159"/>
                </a:lnTo>
                <a:lnTo>
                  <a:pt x="7960" y="1623059"/>
                </a:lnTo>
                <a:lnTo>
                  <a:pt x="5105" y="1572259"/>
                </a:lnTo>
                <a:lnTo>
                  <a:pt x="2878" y="1521459"/>
                </a:lnTo>
                <a:lnTo>
                  <a:pt x="1281" y="1470659"/>
                </a:lnTo>
                <a:lnTo>
                  <a:pt x="321" y="1432559"/>
                </a:lnTo>
                <a:lnTo>
                  <a:pt x="0" y="1381759"/>
                </a:lnTo>
                <a:lnTo>
                  <a:pt x="321" y="1330959"/>
                </a:lnTo>
                <a:lnTo>
                  <a:pt x="1281" y="1280159"/>
                </a:lnTo>
                <a:lnTo>
                  <a:pt x="2878" y="1229359"/>
                </a:lnTo>
                <a:lnTo>
                  <a:pt x="5105" y="1191259"/>
                </a:lnTo>
                <a:lnTo>
                  <a:pt x="7960" y="1140459"/>
                </a:lnTo>
                <a:lnTo>
                  <a:pt x="11439" y="1089659"/>
                </a:lnTo>
                <a:lnTo>
                  <a:pt x="15537" y="1038859"/>
                </a:lnTo>
                <a:lnTo>
                  <a:pt x="20250" y="1000759"/>
                </a:lnTo>
                <a:lnTo>
                  <a:pt x="25574" y="949959"/>
                </a:lnTo>
                <a:lnTo>
                  <a:pt x="31506" y="899159"/>
                </a:lnTo>
                <a:lnTo>
                  <a:pt x="38041" y="861059"/>
                </a:lnTo>
                <a:lnTo>
                  <a:pt x="45175" y="810259"/>
                </a:lnTo>
                <a:lnTo>
                  <a:pt x="52904" y="759459"/>
                </a:lnTo>
                <a:lnTo>
                  <a:pt x="61224" y="721359"/>
                </a:lnTo>
                <a:lnTo>
                  <a:pt x="70131" y="670559"/>
                </a:lnTo>
                <a:lnTo>
                  <a:pt x="79621" y="619759"/>
                </a:lnTo>
                <a:lnTo>
                  <a:pt x="89691" y="581659"/>
                </a:lnTo>
                <a:lnTo>
                  <a:pt x="100334" y="530859"/>
                </a:lnTo>
                <a:lnTo>
                  <a:pt x="111549" y="492759"/>
                </a:lnTo>
                <a:lnTo>
                  <a:pt x="123331" y="441959"/>
                </a:lnTo>
                <a:lnTo>
                  <a:pt x="135675" y="403859"/>
                </a:lnTo>
                <a:lnTo>
                  <a:pt x="148578" y="353059"/>
                </a:lnTo>
                <a:lnTo>
                  <a:pt x="162036" y="314959"/>
                </a:lnTo>
                <a:lnTo>
                  <a:pt x="176044" y="264159"/>
                </a:lnTo>
                <a:lnTo>
                  <a:pt x="190599" y="226059"/>
                </a:lnTo>
                <a:lnTo>
                  <a:pt x="205696" y="175259"/>
                </a:lnTo>
                <a:lnTo>
                  <a:pt x="221332" y="137159"/>
                </a:lnTo>
                <a:lnTo>
                  <a:pt x="237502" y="99059"/>
                </a:lnTo>
                <a:lnTo>
                  <a:pt x="254203" y="48259"/>
                </a:lnTo>
                <a:lnTo>
                  <a:pt x="271430" y="10159"/>
                </a:lnTo>
                <a:lnTo>
                  <a:pt x="276163" y="0"/>
                </a:lnTo>
                <a:lnTo>
                  <a:pt x="5120640" y="0"/>
                </a:lnTo>
                <a:lnTo>
                  <a:pt x="5120640" y="4588274"/>
                </a:lnTo>
                <a:lnTo>
                  <a:pt x="5099463" y="4594859"/>
                </a:lnTo>
                <a:lnTo>
                  <a:pt x="5058337" y="4620259"/>
                </a:lnTo>
                <a:lnTo>
                  <a:pt x="5016927" y="4632959"/>
                </a:lnTo>
                <a:lnTo>
                  <a:pt x="4975237" y="4658359"/>
                </a:lnTo>
                <a:lnTo>
                  <a:pt x="4891034" y="4683759"/>
                </a:lnTo>
                <a:lnTo>
                  <a:pt x="4848529" y="4709159"/>
                </a:lnTo>
                <a:lnTo>
                  <a:pt x="4719450" y="4747259"/>
                </a:lnTo>
                <a:lnTo>
                  <a:pt x="4675915" y="4772659"/>
                </a:lnTo>
                <a:lnTo>
                  <a:pt x="4409652" y="4848859"/>
                </a:lnTo>
                <a:close/>
              </a:path>
              <a:path w="5120640" h="4937760">
                <a:moveTo>
                  <a:pt x="4227627" y="4886959"/>
                </a:moveTo>
                <a:lnTo>
                  <a:pt x="2904692" y="4886959"/>
                </a:lnTo>
                <a:lnTo>
                  <a:pt x="2767849" y="4848859"/>
                </a:lnTo>
                <a:lnTo>
                  <a:pt x="4364470" y="4848859"/>
                </a:lnTo>
                <a:lnTo>
                  <a:pt x="4227627" y="4886959"/>
                </a:lnTo>
                <a:close/>
              </a:path>
              <a:path w="5120640" h="4937760">
                <a:moveTo>
                  <a:pt x="4088921" y="4912359"/>
                </a:moveTo>
                <a:lnTo>
                  <a:pt x="3043398" y="4912359"/>
                </a:lnTo>
                <a:lnTo>
                  <a:pt x="2950726" y="4886959"/>
                </a:lnTo>
                <a:lnTo>
                  <a:pt x="4181593" y="4886959"/>
                </a:lnTo>
                <a:lnTo>
                  <a:pt x="4088921" y="4912359"/>
                </a:lnTo>
                <a:close/>
              </a:path>
              <a:path w="5120640" h="4937760">
                <a:moveTo>
                  <a:pt x="3948461" y="4925059"/>
                </a:moveTo>
                <a:lnTo>
                  <a:pt x="3183858" y="4925059"/>
                </a:lnTo>
                <a:lnTo>
                  <a:pt x="3136850" y="4912359"/>
                </a:lnTo>
                <a:lnTo>
                  <a:pt x="3995469" y="4912359"/>
                </a:lnTo>
                <a:lnTo>
                  <a:pt x="3948461" y="4925059"/>
                </a:lnTo>
                <a:close/>
              </a:path>
              <a:path w="5120640" h="4937760">
                <a:moveTo>
                  <a:pt x="3853901" y="4937759"/>
                </a:moveTo>
                <a:lnTo>
                  <a:pt x="3278418" y="4937759"/>
                </a:lnTo>
                <a:lnTo>
                  <a:pt x="3231048" y="4925059"/>
                </a:lnTo>
                <a:lnTo>
                  <a:pt x="3901270" y="4925059"/>
                </a:lnTo>
                <a:lnTo>
                  <a:pt x="3853901" y="4937759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870700"/>
            <a:ext cx="3017520" cy="3416300"/>
          </a:xfrm>
          <a:custGeom>
            <a:avLst/>
            <a:gdLst/>
            <a:ahLst/>
            <a:cxnLst/>
            <a:rect l="l" t="t" r="r" b="b"/>
            <a:pathLst>
              <a:path w="3017520" h="3416300">
                <a:moveTo>
                  <a:pt x="2933212" y="3416299"/>
                </a:moveTo>
                <a:lnTo>
                  <a:pt x="0" y="3416299"/>
                </a:lnTo>
                <a:lnTo>
                  <a:pt x="0" y="9457"/>
                </a:lnTo>
                <a:lnTo>
                  <a:pt x="35133" y="0"/>
                </a:lnTo>
                <a:lnTo>
                  <a:pt x="513505" y="0"/>
                </a:lnTo>
                <a:lnTo>
                  <a:pt x="560683" y="12699"/>
                </a:lnTo>
                <a:lnTo>
                  <a:pt x="607626" y="12699"/>
                </a:lnTo>
                <a:lnTo>
                  <a:pt x="654325" y="25399"/>
                </a:lnTo>
                <a:lnTo>
                  <a:pt x="700776" y="25399"/>
                </a:lnTo>
                <a:lnTo>
                  <a:pt x="746971" y="38099"/>
                </a:lnTo>
                <a:lnTo>
                  <a:pt x="792903" y="38099"/>
                </a:lnTo>
                <a:lnTo>
                  <a:pt x="838565" y="50799"/>
                </a:lnTo>
                <a:lnTo>
                  <a:pt x="1278864" y="177799"/>
                </a:lnTo>
                <a:lnTo>
                  <a:pt x="1321112" y="203199"/>
                </a:lnTo>
                <a:lnTo>
                  <a:pt x="1363009" y="215899"/>
                </a:lnTo>
                <a:lnTo>
                  <a:pt x="1404547" y="241299"/>
                </a:lnTo>
                <a:lnTo>
                  <a:pt x="1445721" y="253999"/>
                </a:lnTo>
                <a:lnTo>
                  <a:pt x="1486523" y="279399"/>
                </a:lnTo>
                <a:lnTo>
                  <a:pt x="1526947" y="292099"/>
                </a:lnTo>
                <a:lnTo>
                  <a:pt x="1606633" y="342899"/>
                </a:lnTo>
                <a:lnTo>
                  <a:pt x="1645880" y="355599"/>
                </a:lnTo>
                <a:lnTo>
                  <a:pt x="1684723" y="380999"/>
                </a:lnTo>
                <a:lnTo>
                  <a:pt x="1761163" y="431799"/>
                </a:lnTo>
                <a:lnTo>
                  <a:pt x="1835900" y="482599"/>
                </a:lnTo>
                <a:lnTo>
                  <a:pt x="1908878" y="533399"/>
                </a:lnTo>
                <a:lnTo>
                  <a:pt x="1980044" y="584199"/>
                </a:lnTo>
                <a:lnTo>
                  <a:pt x="2014929" y="622299"/>
                </a:lnTo>
                <a:lnTo>
                  <a:pt x="2049342" y="647699"/>
                </a:lnTo>
                <a:lnTo>
                  <a:pt x="2083274" y="673099"/>
                </a:lnTo>
                <a:lnTo>
                  <a:pt x="2116719" y="698499"/>
                </a:lnTo>
                <a:lnTo>
                  <a:pt x="2149669" y="736599"/>
                </a:lnTo>
                <a:lnTo>
                  <a:pt x="2182119" y="761999"/>
                </a:lnTo>
                <a:lnTo>
                  <a:pt x="2214062" y="800099"/>
                </a:lnTo>
                <a:lnTo>
                  <a:pt x="2245490" y="825499"/>
                </a:lnTo>
                <a:lnTo>
                  <a:pt x="2276396" y="863599"/>
                </a:lnTo>
                <a:lnTo>
                  <a:pt x="2306775" y="888999"/>
                </a:lnTo>
                <a:lnTo>
                  <a:pt x="2336619" y="927099"/>
                </a:lnTo>
                <a:lnTo>
                  <a:pt x="2365922" y="965199"/>
                </a:lnTo>
                <a:lnTo>
                  <a:pt x="2394676" y="990599"/>
                </a:lnTo>
                <a:lnTo>
                  <a:pt x="2422875" y="1028699"/>
                </a:lnTo>
                <a:lnTo>
                  <a:pt x="2450512" y="1066799"/>
                </a:lnTo>
                <a:lnTo>
                  <a:pt x="2477580" y="1104899"/>
                </a:lnTo>
                <a:lnTo>
                  <a:pt x="2504072" y="1142999"/>
                </a:lnTo>
                <a:lnTo>
                  <a:pt x="2529982" y="1181099"/>
                </a:lnTo>
                <a:lnTo>
                  <a:pt x="2555303" y="1206499"/>
                </a:lnTo>
                <a:lnTo>
                  <a:pt x="2580028" y="1244599"/>
                </a:lnTo>
                <a:lnTo>
                  <a:pt x="2604151" y="1282699"/>
                </a:lnTo>
                <a:lnTo>
                  <a:pt x="2627663" y="1320799"/>
                </a:lnTo>
                <a:lnTo>
                  <a:pt x="2650559" y="1371599"/>
                </a:lnTo>
                <a:lnTo>
                  <a:pt x="2672832" y="1409699"/>
                </a:lnTo>
                <a:lnTo>
                  <a:pt x="2694476" y="1447799"/>
                </a:lnTo>
                <a:lnTo>
                  <a:pt x="2715482" y="1485899"/>
                </a:lnTo>
                <a:lnTo>
                  <a:pt x="2735845" y="1523999"/>
                </a:lnTo>
                <a:lnTo>
                  <a:pt x="2755557" y="1562099"/>
                </a:lnTo>
                <a:lnTo>
                  <a:pt x="2774612" y="1612899"/>
                </a:lnTo>
                <a:lnTo>
                  <a:pt x="2793003" y="1650999"/>
                </a:lnTo>
                <a:lnTo>
                  <a:pt x="2810724" y="1689099"/>
                </a:lnTo>
                <a:lnTo>
                  <a:pt x="2827766" y="1727199"/>
                </a:lnTo>
                <a:lnTo>
                  <a:pt x="2844125" y="1777999"/>
                </a:lnTo>
                <a:lnTo>
                  <a:pt x="2859792" y="1816099"/>
                </a:lnTo>
                <a:lnTo>
                  <a:pt x="2874761" y="1866899"/>
                </a:lnTo>
                <a:lnTo>
                  <a:pt x="2889026" y="1904999"/>
                </a:lnTo>
                <a:lnTo>
                  <a:pt x="2902579" y="1943099"/>
                </a:lnTo>
                <a:lnTo>
                  <a:pt x="2915413" y="1993899"/>
                </a:lnTo>
                <a:lnTo>
                  <a:pt x="2927523" y="2031999"/>
                </a:lnTo>
                <a:lnTo>
                  <a:pt x="2938900" y="2082799"/>
                </a:lnTo>
                <a:lnTo>
                  <a:pt x="2949539" y="2120899"/>
                </a:lnTo>
                <a:lnTo>
                  <a:pt x="2959432" y="2171699"/>
                </a:lnTo>
                <a:lnTo>
                  <a:pt x="2968573" y="2222499"/>
                </a:lnTo>
                <a:lnTo>
                  <a:pt x="2976954" y="2260599"/>
                </a:lnTo>
                <a:lnTo>
                  <a:pt x="2984570" y="2311399"/>
                </a:lnTo>
                <a:lnTo>
                  <a:pt x="2991413" y="2362199"/>
                </a:lnTo>
                <a:lnTo>
                  <a:pt x="2997476" y="2400299"/>
                </a:lnTo>
                <a:lnTo>
                  <a:pt x="3002753" y="2451099"/>
                </a:lnTo>
                <a:lnTo>
                  <a:pt x="3007236" y="2501899"/>
                </a:lnTo>
                <a:lnTo>
                  <a:pt x="3010920" y="2539999"/>
                </a:lnTo>
                <a:lnTo>
                  <a:pt x="3013797" y="2590799"/>
                </a:lnTo>
                <a:lnTo>
                  <a:pt x="3015860" y="2641599"/>
                </a:lnTo>
                <a:lnTo>
                  <a:pt x="3017103" y="2692399"/>
                </a:lnTo>
                <a:lnTo>
                  <a:pt x="3017519" y="2743199"/>
                </a:lnTo>
                <a:lnTo>
                  <a:pt x="3017103" y="2781299"/>
                </a:lnTo>
                <a:lnTo>
                  <a:pt x="3015860" y="2832099"/>
                </a:lnTo>
                <a:lnTo>
                  <a:pt x="3013797" y="2882899"/>
                </a:lnTo>
                <a:lnTo>
                  <a:pt x="3010920" y="2933699"/>
                </a:lnTo>
                <a:lnTo>
                  <a:pt x="3007236" y="2971799"/>
                </a:lnTo>
                <a:lnTo>
                  <a:pt x="3002753" y="3022599"/>
                </a:lnTo>
                <a:lnTo>
                  <a:pt x="2997476" y="3073399"/>
                </a:lnTo>
                <a:lnTo>
                  <a:pt x="2991413" y="3111499"/>
                </a:lnTo>
                <a:lnTo>
                  <a:pt x="2984570" y="3162299"/>
                </a:lnTo>
                <a:lnTo>
                  <a:pt x="2976954" y="3213099"/>
                </a:lnTo>
                <a:lnTo>
                  <a:pt x="2968573" y="3251199"/>
                </a:lnTo>
                <a:lnTo>
                  <a:pt x="2959432" y="3301999"/>
                </a:lnTo>
                <a:lnTo>
                  <a:pt x="2949539" y="3352799"/>
                </a:lnTo>
                <a:lnTo>
                  <a:pt x="2938900" y="3390899"/>
                </a:lnTo>
                <a:lnTo>
                  <a:pt x="2933212" y="3416299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234440" y="1165860"/>
            <a:ext cx="1234440" cy="1234440"/>
            <a:chOff x="1234440" y="1165860"/>
            <a:chExt cx="1234440" cy="1234440"/>
          </a:xfrm>
        </p:grpSpPr>
        <p:sp>
          <p:nvSpPr>
            <p:cNvPr id="5" name="object 5"/>
            <p:cNvSpPr/>
            <p:nvPr/>
          </p:nvSpPr>
          <p:spPr>
            <a:xfrm>
              <a:off x="1234440" y="1165860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617220" y="1234439"/>
                  </a:moveTo>
                  <a:lnTo>
                    <a:pt x="568982" y="1232583"/>
                  </a:lnTo>
                  <a:lnTo>
                    <a:pt x="521760" y="1227103"/>
                  </a:lnTo>
                  <a:lnTo>
                    <a:pt x="475691" y="1218139"/>
                  </a:lnTo>
                  <a:lnTo>
                    <a:pt x="430912" y="1205827"/>
                  </a:lnTo>
                  <a:lnTo>
                    <a:pt x="387561" y="1190304"/>
                  </a:lnTo>
                  <a:lnTo>
                    <a:pt x="345774" y="1171708"/>
                  </a:lnTo>
                  <a:lnTo>
                    <a:pt x="305689" y="1150175"/>
                  </a:lnTo>
                  <a:lnTo>
                    <a:pt x="267442" y="1125843"/>
                  </a:lnTo>
                  <a:lnTo>
                    <a:pt x="231172" y="1098849"/>
                  </a:lnTo>
                  <a:lnTo>
                    <a:pt x="197015" y="1069330"/>
                  </a:lnTo>
                  <a:lnTo>
                    <a:pt x="165109" y="1037424"/>
                  </a:lnTo>
                  <a:lnTo>
                    <a:pt x="135590" y="1003267"/>
                  </a:lnTo>
                  <a:lnTo>
                    <a:pt x="108596" y="966997"/>
                  </a:lnTo>
                  <a:lnTo>
                    <a:pt x="84264" y="928750"/>
                  </a:lnTo>
                  <a:lnTo>
                    <a:pt x="62731" y="888665"/>
                  </a:lnTo>
                  <a:lnTo>
                    <a:pt x="44135" y="846878"/>
                  </a:lnTo>
                  <a:lnTo>
                    <a:pt x="28612" y="803527"/>
                  </a:lnTo>
                  <a:lnTo>
                    <a:pt x="16300" y="758748"/>
                  </a:lnTo>
                  <a:lnTo>
                    <a:pt x="7336" y="712679"/>
                  </a:lnTo>
                  <a:lnTo>
                    <a:pt x="1856" y="665457"/>
                  </a:lnTo>
                  <a:lnTo>
                    <a:pt x="0" y="617219"/>
                  </a:lnTo>
                  <a:lnTo>
                    <a:pt x="1856" y="568982"/>
                  </a:lnTo>
                  <a:lnTo>
                    <a:pt x="7336" y="521760"/>
                  </a:lnTo>
                  <a:lnTo>
                    <a:pt x="16300" y="475691"/>
                  </a:lnTo>
                  <a:lnTo>
                    <a:pt x="28612" y="430912"/>
                  </a:lnTo>
                  <a:lnTo>
                    <a:pt x="44135" y="387561"/>
                  </a:lnTo>
                  <a:lnTo>
                    <a:pt x="62731" y="345774"/>
                  </a:lnTo>
                  <a:lnTo>
                    <a:pt x="84264" y="305688"/>
                  </a:lnTo>
                  <a:lnTo>
                    <a:pt x="108596" y="267442"/>
                  </a:lnTo>
                  <a:lnTo>
                    <a:pt x="135590" y="231172"/>
                  </a:lnTo>
                  <a:lnTo>
                    <a:pt x="165109" y="197015"/>
                  </a:lnTo>
                  <a:lnTo>
                    <a:pt x="197015" y="165109"/>
                  </a:lnTo>
                  <a:lnTo>
                    <a:pt x="231172" y="135590"/>
                  </a:lnTo>
                  <a:lnTo>
                    <a:pt x="267442" y="108596"/>
                  </a:lnTo>
                  <a:lnTo>
                    <a:pt x="305689" y="84264"/>
                  </a:lnTo>
                  <a:lnTo>
                    <a:pt x="345774" y="62731"/>
                  </a:lnTo>
                  <a:lnTo>
                    <a:pt x="387561" y="44135"/>
                  </a:lnTo>
                  <a:lnTo>
                    <a:pt x="430912" y="28612"/>
                  </a:lnTo>
                  <a:lnTo>
                    <a:pt x="475691" y="16300"/>
                  </a:lnTo>
                  <a:lnTo>
                    <a:pt x="521760" y="7336"/>
                  </a:lnTo>
                  <a:lnTo>
                    <a:pt x="568982" y="1856"/>
                  </a:lnTo>
                  <a:lnTo>
                    <a:pt x="617220" y="0"/>
                  </a:lnTo>
                  <a:lnTo>
                    <a:pt x="665457" y="1856"/>
                  </a:lnTo>
                  <a:lnTo>
                    <a:pt x="712679" y="7336"/>
                  </a:lnTo>
                  <a:lnTo>
                    <a:pt x="758748" y="16300"/>
                  </a:lnTo>
                  <a:lnTo>
                    <a:pt x="803527" y="28612"/>
                  </a:lnTo>
                  <a:lnTo>
                    <a:pt x="846878" y="44135"/>
                  </a:lnTo>
                  <a:lnTo>
                    <a:pt x="888665" y="62731"/>
                  </a:lnTo>
                  <a:lnTo>
                    <a:pt x="928750" y="84264"/>
                  </a:lnTo>
                  <a:lnTo>
                    <a:pt x="966997" y="108596"/>
                  </a:lnTo>
                  <a:lnTo>
                    <a:pt x="1003267" y="135590"/>
                  </a:lnTo>
                  <a:lnTo>
                    <a:pt x="1037424" y="165109"/>
                  </a:lnTo>
                  <a:lnTo>
                    <a:pt x="1069330" y="197015"/>
                  </a:lnTo>
                  <a:lnTo>
                    <a:pt x="1098849" y="231172"/>
                  </a:lnTo>
                  <a:lnTo>
                    <a:pt x="1125843" y="267442"/>
                  </a:lnTo>
                  <a:lnTo>
                    <a:pt x="1150175" y="305688"/>
                  </a:lnTo>
                  <a:lnTo>
                    <a:pt x="1171708" y="345774"/>
                  </a:lnTo>
                  <a:lnTo>
                    <a:pt x="1190304" y="387561"/>
                  </a:lnTo>
                  <a:lnTo>
                    <a:pt x="1205827" y="430912"/>
                  </a:lnTo>
                  <a:lnTo>
                    <a:pt x="1218139" y="475691"/>
                  </a:lnTo>
                  <a:lnTo>
                    <a:pt x="1227104" y="521760"/>
                  </a:lnTo>
                  <a:lnTo>
                    <a:pt x="1232583" y="568982"/>
                  </a:lnTo>
                  <a:lnTo>
                    <a:pt x="1234440" y="617219"/>
                  </a:lnTo>
                  <a:lnTo>
                    <a:pt x="1232583" y="665457"/>
                  </a:lnTo>
                  <a:lnTo>
                    <a:pt x="1227104" y="712679"/>
                  </a:lnTo>
                  <a:lnTo>
                    <a:pt x="1218139" y="758748"/>
                  </a:lnTo>
                  <a:lnTo>
                    <a:pt x="1205827" y="803527"/>
                  </a:lnTo>
                  <a:lnTo>
                    <a:pt x="1190304" y="846878"/>
                  </a:lnTo>
                  <a:lnTo>
                    <a:pt x="1171708" y="888665"/>
                  </a:lnTo>
                  <a:lnTo>
                    <a:pt x="1150175" y="928750"/>
                  </a:lnTo>
                  <a:lnTo>
                    <a:pt x="1125843" y="966997"/>
                  </a:lnTo>
                  <a:lnTo>
                    <a:pt x="1098849" y="1003267"/>
                  </a:lnTo>
                  <a:lnTo>
                    <a:pt x="1069330" y="1037424"/>
                  </a:lnTo>
                  <a:lnTo>
                    <a:pt x="1037424" y="1069330"/>
                  </a:lnTo>
                  <a:lnTo>
                    <a:pt x="1003267" y="1098849"/>
                  </a:lnTo>
                  <a:lnTo>
                    <a:pt x="966997" y="1125843"/>
                  </a:lnTo>
                  <a:lnTo>
                    <a:pt x="928750" y="1150175"/>
                  </a:lnTo>
                  <a:lnTo>
                    <a:pt x="888665" y="1171708"/>
                  </a:lnTo>
                  <a:lnTo>
                    <a:pt x="846878" y="1190304"/>
                  </a:lnTo>
                  <a:lnTo>
                    <a:pt x="803527" y="1205827"/>
                  </a:lnTo>
                  <a:lnTo>
                    <a:pt x="758748" y="1218139"/>
                  </a:lnTo>
                  <a:lnTo>
                    <a:pt x="712679" y="1227103"/>
                  </a:lnTo>
                  <a:lnTo>
                    <a:pt x="665457" y="1232583"/>
                  </a:lnTo>
                  <a:lnTo>
                    <a:pt x="617220" y="1234439"/>
                  </a:lnTo>
                  <a:close/>
                </a:path>
              </a:pathLst>
            </a:custGeom>
            <a:solidFill>
              <a:srgbClr val="3FA6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2572" y="1313992"/>
              <a:ext cx="938174" cy="9381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21740" y="3551554"/>
            <a:ext cx="45675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8615" algn="l"/>
                <a:tab pos="664210" algn="l"/>
                <a:tab pos="3247390" algn="l"/>
              </a:tabLst>
            </a:pPr>
            <a:r>
              <a:rPr dirty="0" sz="2100" spc="-50" b="1">
                <a:solidFill>
                  <a:srgbClr val="3FA6D5"/>
                </a:solidFill>
                <a:latin typeface="Calibri"/>
                <a:cs typeface="Calibri"/>
              </a:rPr>
              <a:t>A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	</a:t>
            </a:r>
            <a:r>
              <a:rPr dirty="0" sz="2100" spc="-50" b="1">
                <a:solidFill>
                  <a:srgbClr val="3FA6D5"/>
                </a:solidFill>
                <a:latin typeface="Calibri"/>
                <a:cs typeface="Calibri"/>
              </a:rPr>
              <a:t>C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	P</a:t>
            </a:r>
            <a:r>
              <a:rPr dirty="0" sz="2100" spc="-40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R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O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G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R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A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M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M</a:t>
            </a:r>
            <a:r>
              <a:rPr dirty="0" sz="2100" spc="-40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I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N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spc="-50" b="1">
                <a:solidFill>
                  <a:srgbClr val="3FA6D5"/>
                </a:solidFill>
                <a:latin typeface="Calibri"/>
                <a:cs typeface="Calibri"/>
              </a:rPr>
              <a:t>G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	P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R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O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J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E</a:t>
            </a:r>
            <a:r>
              <a:rPr dirty="0" sz="2100" spc="-35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3FA6D5"/>
                </a:solidFill>
                <a:latin typeface="Calibri"/>
                <a:cs typeface="Calibri"/>
              </a:rPr>
              <a:t>C</a:t>
            </a:r>
            <a:r>
              <a:rPr dirty="0" sz="2100" spc="-30" b="1">
                <a:solidFill>
                  <a:srgbClr val="3FA6D5"/>
                </a:solidFill>
                <a:latin typeface="Calibri"/>
                <a:cs typeface="Calibri"/>
              </a:rPr>
              <a:t> </a:t>
            </a:r>
            <a:r>
              <a:rPr dirty="0" sz="2100" spc="-50" b="1">
                <a:solidFill>
                  <a:srgbClr val="3FA6D5"/>
                </a:solidFill>
                <a:latin typeface="Calibri"/>
                <a:cs typeface="Calibri"/>
              </a:rPr>
              <a:t>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3159" y="4128769"/>
            <a:ext cx="9194165" cy="2425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dirty="0" sz="7500" b="1">
                <a:solidFill>
                  <a:srgbClr val="FFFFFF"/>
                </a:solidFill>
                <a:latin typeface="Cambria"/>
                <a:cs typeface="Cambria"/>
              </a:rPr>
              <a:t>Library </a:t>
            </a:r>
            <a:r>
              <a:rPr dirty="0" sz="7500" spc="-10" b="1">
                <a:solidFill>
                  <a:srgbClr val="FFFFFF"/>
                </a:solidFill>
                <a:latin typeface="Cambria"/>
                <a:cs typeface="Cambria"/>
              </a:rPr>
              <a:t>Management System</a:t>
            </a:r>
            <a:endParaRPr sz="75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740" y="6948169"/>
            <a:ext cx="11417935" cy="6807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 marR="5080">
              <a:lnSpc>
                <a:spcPts val="2550"/>
              </a:lnSpc>
              <a:spcBef>
                <a:spcPts val="234"/>
              </a:spcBef>
            </a:pP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A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console-based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CRUD</a:t>
            </a:r>
            <a:r>
              <a:rPr dirty="0" sz="2150" spc="7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application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for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managing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library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records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—</a:t>
            </a:r>
            <a:r>
              <a:rPr dirty="0" sz="2150" spc="7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adding,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viewing,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searching,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CADBFB"/>
                </a:solidFill>
                <a:latin typeface="Calibri"/>
                <a:cs typeface="Calibri"/>
              </a:rPr>
              <a:t>issuing,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and</a:t>
            </a:r>
            <a:r>
              <a:rPr dirty="0" sz="2150" spc="5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>
                <a:solidFill>
                  <a:srgbClr val="CADBFB"/>
                </a:solidFill>
                <a:latin typeface="Calibri"/>
                <a:cs typeface="Calibri"/>
              </a:rPr>
              <a:t>returning</a:t>
            </a:r>
            <a:r>
              <a:rPr dirty="0" sz="2150" spc="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50" spc="-10">
                <a:solidFill>
                  <a:srgbClr val="CADBFB"/>
                </a:solidFill>
                <a:latin typeface="Calibri"/>
                <a:cs typeface="Calibri"/>
              </a:rPr>
              <a:t>books.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1740" y="8742679"/>
            <a:ext cx="660590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Ramya</a:t>
            </a:r>
            <a:r>
              <a:rPr dirty="0" sz="1550" spc="5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N-811325104169</a:t>
            </a:r>
            <a:r>
              <a:rPr dirty="0" sz="1550" spc="45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•</a:t>
            </a:r>
            <a:r>
              <a:rPr dirty="0" sz="1550" spc="45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Raniya</a:t>
            </a:r>
            <a:r>
              <a:rPr dirty="0" sz="1550" spc="5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A-811325104170</a:t>
            </a:r>
            <a:r>
              <a:rPr dirty="0" sz="1550" spc="45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•</a:t>
            </a:r>
            <a:r>
              <a:rPr dirty="0" sz="1550" spc="45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Sahana</a:t>
            </a:r>
            <a:r>
              <a:rPr dirty="0" sz="1550" spc="5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CADBFB"/>
                </a:solidFill>
                <a:latin typeface="Calibri"/>
                <a:cs typeface="Calibri"/>
              </a:rPr>
              <a:t>D-</a:t>
            </a:r>
            <a:r>
              <a:rPr dirty="0" sz="1550" spc="-10">
                <a:solidFill>
                  <a:srgbClr val="CADBFB"/>
                </a:solidFill>
                <a:latin typeface="Calibri"/>
                <a:cs typeface="Calibri"/>
              </a:rPr>
              <a:t>811325104185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Team</a:t>
            </a:r>
            <a:r>
              <a:rPr dirty="0" spc="-105"/>
              <a:t> </a:t>
            </a:r>
            <a:r>
              <a:rPr dirty="0" spc="-10"/>
              <a:t>Members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293560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The minds behind the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project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22781" y="2880360"/>
            <a:ext cx="4869180" cy="4526280"/>
            <a:chOff x="1222781" y="2880360"/>
            <a:chExt cx="4869180" cy="4526280"/>
          </a:xfrm>
        </p:grpSpPr>
        <p:sp>
          <p:nvSpPr>
            <p:cNvPr id="6" name="object 6"/>
            <p:cNvSpPr/>
            <p:nvPr/>
          </p:nvSpPr>
          <p:spPr>
            <a:xfrm>
              <a:off x="1222781" y="2880360"/>
              <a:ext cx="4869180" cy="4526280"/>
            </a:xfrm>
            <a:custGeom>
              <a:avLst/>
              <a:gdLst/>
              <a:ahLst/>
              <a:cxnLst/>
              <a:rect l="l" t="t" r="r" b="b"/>
              <a:pathLst>
                <a:path w="4869180" h="4526280">
                  <a:moveTo>
                    <a:pt x="4704587" y="4526279"/>
                  </a:moveTo>
                  <a:lnTo>
                    <a:pt x="164592" y="4526279"/>
                  </a:lnTo>
                  <a:lnTo>
                    <a:pt x="120848" y="4520398"/>
                  </a:lnTo>
                  <a:lnTo>
                    <a:pt x="81534" y="4503800"/>
                  </a:lnTo>
                  <a:lnTo>
                    <a:pt x="48220" y="4478059"/>
                  </a:lnTo>
                  <a:lnTo>
                    <a:pt x="22479" y="4444745"/>
                  </a:lnTo>
                  <a:lnTo>
                    <a:pt x="5881" y="4405431"/>
                  </a:lnTo>
                  <a:lnTo>
                    <a:pt x="0" y="4361687"/>
                  </a:lnTo>
                  <a:lnTo>
                    <a:pt x="0" y="164592"/>
                  </a:lnTo>
                  <a:lnTo>
                    <a:pt x="5881" y="120848"/>
                  </a:lnTo>
                  <a:lnTo>
                    <a:pt x="22479" y="81534"/>
                  </a:lnTo>
                  <a:lnTo>
                    <a:pt x="48220" y="48220"/>
                  </a:lnTo>
                  <a:lnTo>
                    <a:pt x="81534" y="22479"/>
                  </a:lnTo>
                  <a:lnTo>
                    <a:pt x="120848" y="5881"/>
                  </a:lnTo>
                  <a:lnTo>
                    <a:pt x="164592" y="0"/>
                  </a:lnTo>
                  <a:lnTo>
                    <a:pt x="4704587" y="0"/>
                  </a:lnTo>
                  <a:lnTo>
                    <a:pt x="4748331" y="5881"/>
                  </a:lnTo>
                  <a:lnTo>
                    <a:pt x="4787645" y="22479"/>
                  </a:lnTo>
                  <a:lnTo>
                    <a:pt x="4820959" y="48220"/>
                  </a:lnTo>
                  <a:lnTo>
                    <a:pt x="4846700" y="81534"/>
                  </a:lnTo>
                  <a:lnTo>
                    <a:pt x="4863298" y="120848"/>
                  </a:lnTo>
                  <a:lnTo>
                    <a:pt x="4868603" y="160306"/>
                  </a:lnTo>
                  <a:lnTo>
                    <a:pt x="4868603" y="4365973"/>
                  </a:lnTo>
                  <a:lnTo>
                    <a:pt x="4863298" y="4405431"/>
                  </a:lnTo>
                  <a:lnTo>
                    <a:pt x="4846700" y="4444745"/>
                  </a:lnTo>
                  <a:lnTo>
                    <a:pt x="4820959" y="4478059"/>
                  </a:lnTo>
                  <a:lnTo>
                    <a:pt x="4787645" y="4503800"/>
                  </a:lnTo>
                  <a:lnTo>
                    <a:pt x="4748331" y="4520398"/>
                  </a:lnTo>
                  <a:lnTo>
                    <a:pt x="4704587" y="452627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71571" y="35661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600"/>
                  </a:moveTo>
                  <a:lnTo>
                    <a:pt x="636828" y="1369877"/>
                  </a:lnTo>
                  <a:lnTo>
                    <a:pt x="588784" y="1364788"/>
                  </a:lnTo>
                  <a:lnTo>
                    <a:pt x="541785" y="1356448"/>
                  </a:lnTo>
                  <a:lnTo>
                    <a:pt x="495947" y="1344974"/>
                  </a:lnTo>
                  <a:lnTo>
                    <a:pt x="451386" y="1330481"/>
                  </a:lnTo>
                  <a:lnTo>
                    <a:pt x="408218" y="1313085"/>
                  </a:lnTo>
                  <a:lnTo>
                    <a:pt x="366559" y="1292903"/>
                  </a:lnTo>
                  <a:lnTo>
                    <a:pt x="326525" y="1270051"/>
                  </a:lnTo>
                  <a:lnTo>
                    <a:pt x="288233" y="1244645"/>
                  </a:lnTo>
                  <a:lnTo>
                    <a:pt x="251798" y="1216801"/>
                  </a:lnTo>
                  <a:lnTo>
                    <a:pt x="217336" y="1186635"/>
                  </a:lnTo>
                  <a:lnTo>
                    <a:pt x="184964" y="1154263"/>
                  </a:lnTo>
                  <a:lnTo>
                    <a:pt x="154798" y="1119801"/>
                  </a:lnTo>
                  <a:lnTo>
                    <a:pt x="126954" y="1083366"/>
                  </a:lnTo>
                  <a:lnTo>
                    <a:pt x="101548" y="1045074"/>
                  </a:lnTo>
                  <a:lnTo>
                    <a:pt x="78696" y="1005040"/>
                  </a:lnTo>
                  <a:lnTo>
                    <a:pt x="58514" y="963381"/>
                  </a:lnTo>
                  <a:lnTo>
                    <a:pt x="41118" y="920213"/>
                  </a:lnTo>
                  <a:lnTo>
                    <a:pt x="26625" y="875652"/>
                  </a:lnTo>
                  <a:lnTo>
                    <a:pt x="15151" y="829814"/>
                  </a:lnTo>
                  <a:lnTo>
                    <a:pt x="6811" y="782815"/>
                  </a:lnTo>
                  <a:lnTo>
                    <a:pt x="1722" y="734771"/>
                  </a:lnTo>
                  <a:lnTo>
                    <a:pt x="0" y="685800"/>
                  </a:ln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600" y="685800"/>
                  </a:lnTo>
                  <a:lnTo>
                    <a:pt x="1369877" y="734771"/>
                  </a:lnTo>
                  <a:lnTo>
                    <a:pt x="1364788" y="782815"/>
                  </a:lnTo>
                  <a:lnTo>
                    <a:pt x="1356448" y="829814"/>
                  </a:lnTo>
                  <a:lnTo>
                    <a:pt x="1344974" y="875652"/>
                  </a:lnTo>
                  <a:lnTo>
                    <a:pt x="1330481" y="920213"/>
                  </a:lnTo>
                  <a:lnTo>
                    <a:pt x="1313085" y="963381"/>
                  </a:lnTo>
                  <a:lnTo>
                    <a:pt x="1292903" y="1005040"/>
                  </a:lnTo>
                  <a:lnTo>
                    <a:pt x="1270051" y="1045074"/>
                  </a:lnTo>
                  <a:lnTo>
                    <a:pt x="1244645" y="1083366"/>
                  </a:lnTo>
                  <a:lnTo>
                    <a:pt x="1216801" y="1119801"/>
                  </a:lnTo>
                  <a:lnTo>
                    <a:pt x="1186635" y="1154263"/>
                  </a:lnTo>
                  <a:lnTo>
                    <a:pt x="1154263" y="1186635"/>
                  </a:lnTo>
                  <a:lnTo>
                    <a:pt x="1119801" y="1216801"/>
                  </a:lnTo>
                  <a:lnTo>
                    <a:pt x="1083366" y="1244645"/>
                  </a:lnTo>
                  <a:lnTo>
                    <a:pt x="1045074" y="1270051"/>
                  </a:lnTo>
                  <a:lnTo>
                    <a:pt x="1005040" y="1292903"/>
                  </a:lnTo>
                  <a:lnTo>
                    <a:pt x="963381" y="1313085"/>
                  </a:lnTo>
                  <a:lnTo>
                    <a:pt x="920213" y="1330481"/>
                  </a:lnTo>
                  <a:lnTo>
                    <a:pt x="875652" y="1344974"/>
                  </a:lnTo>
                  <a:lnTo>
                    <a:pt x="829814" y="1356448"/>
                  </a:lnTo>
                  <a:lnTo>
                    <a:pt x="782815" y="1364788"/>
                  </a:lnTo>
                  <a:lnTo>
                    <a:pt x="734771" y="1369877"/>
                  </a:lnTo>
                  <a:lnTo>
                    <a:pt x="685800" y="1371600"/>
                  </a:lnTo>
                  <a:close/>
                </a:path>
              </a:pathLst>
            </a:custGeom>
            <a:solidFill>
              <a:srgbClr val="CA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6163" y="3730751"/>
              <a:ext cx="1042415" cy="104241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11216" y="5372735"/>
            <a:ext cx="1492250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b="1">
                <a:solidFill>
                  <a:srgbClr val="131B4D"/>
                </a:solidFill>
                <a:latin typeface="Cambria"/>
                <a:cs typeface="Cambria"/>
              </a:rPr>
              <a:t>Ramya</a:t>
            </a:r>
            <a:r>
              <a:rPr dirty="0" sz="2850" spc="-90" b="1">
                <a:solidFill>
                  <a:srgbClr val="131B4D"/>
                </a:solidFill>
                <a:latin typeface="Cambria"/>
                <a:cs typeface="Cambria"/>
              </a:rPr>
              <a:t> </a:t>
            </a:r>
            <a:r>
              <a:rPr dirty="0" sz="2850" spc="-50" b="1">
                <a:solidFill>
                  <a:srgbClr val="131B4D"/>
                </a:solidFill>
                <a:latin typeface="Cambria"/>
                <a:cs typeface="Cambria"/>
              </a:rPr>
              <a:t>N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7359" y="6197486"/>
            <a:ext cx="1300480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330"/>
              </a:lnSpc>
              <a:spcBef>
                <a:spcPts val="100"/>
              </a:spcBef>
            </a:pPr>
            <a:r>
              <a:rPr dirty="0" sz="1950" spc="-10">
                <a:solidFill>
                  <a:srgbClr val="6A7999"/>
                </a:solidFill>
                <a:latin typeface="Calibri"/>
                <a:cs typeface="Calibri"/>
              </a:rPr>
              <a:t>Developer</a:t>
            </a:r>
            <a:endParaRPr sz="1950">
              <a:latin typeface="Calibri"/>
              <a:cs typeface="Calibri"/>
            </a:endParaRPr>
          </a:p>
          <a:p>
            <a:pPr algn="ctr">
              <a:lnSpc>
                <a:spcPts val="1975"/>
              </a:lnSpc>
            </a:pPr>
            <a:r>
              <a:rPr dirty="0" sz="1650" spc="-10">
                <a:solidFill>
                  <a:srgbClr val="6A7999"/>
                </a:solidFill>
                <a:latin typeface="Calibri"/>
                <a:cs typeface="Calibri"/>
              </a:rPr>
              <a:t>811325104169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09180" y="2880360"/>
            <a:ext cx="4869180" cy="4526280"/>
            <a:chOff x="6709180" y="2880360"/>
            <a:chExt cx="4869180" cy="4526280"/>
          </a:xfrm>
        </p:grpSpPr>
        <p:sp>
          <p:nvSpPr>
            <p:cNvPr id="12" name="object 12"/>
            <p:cNvSpPr/>
            <p:nvPr/>
          </p:nvSpPr>
          <p:spPr>
            <a:xfrm>
              <a:off x="6709180" y="2880360"/>
              <a:ext cx="4869180" cy="4526280"/>
            </a:xfrm>
            <a:custGeom>
              <a:avLst/>
              <a:gdLst/>
              <a:ahLst/>
              <a:cxnLst/>
              <a:rect l="l" t="t" r="r" b="b"/>
              <a:pathLst>
                <a:path w="4869180" h="4526280">
                  <a:moveTo>
                    <a:pt x="4704587" y="4526279"/>
                  </a:moveTo>
                  <a:lnTo>
                    <a:pt x="164592" y="4526279"/>
                  </a:lnTo>
                  <a:lnTo>
                    <a:pt x="120848" y="4520398"/>
                  </a:lnTo>
                  <a:lnTo>
                    <a:pt x="81534" y="4503800"/>
                  </a:lnTo>
                  <a:lnTo>
                    <a:pt x="48220" y="4478059"/>
                  </a:lnTo>
                  <a:lnTo>
                    <a:pt x="22479" y="4444745"/>
                  </a:lnTo>
                  <a:lnTo>
                    <a:pt x="5881" y="4405431"/>
                  </a:lnTo>
                  <a:lnTo>
                    <a:pt x="0" y="4361687"/>
                  </a:lnTo>
                  <a:lnTo>
                    <a:pt x="0" y="164592"/>
                  </a:lnTo>
                  <a:lnTo>
                    <a:pt x="5881" y="120848"/>
                  </a:lnTo>
                  <a:lnTo>
                    <a:pt x="22479" y="81534"/>
                  </a:lnTo>
                  <a:lnTo>
                    <a:pt x="48220" y="48220"/>
                  </a:lnTo>
                  <a:lnTo>
                    <a:pt x="81534" y="22479"/>
                  </a:lnTo>
                  <a:lnTo>
                    <a:pt x="120848" y="5881"/>
                  </a:lnTo>
                  <a:lnTo>
                    <a:pt x="164592" y="0"/>
                  </a:lnTo>
                  <a:lnTo>
                    <a:pt x="4704587" y="0"/>
                  </a:lnTo>
                  <a:lnTo>
                    <a:pt x="4748331" y="5881"/>
                  </a:lnTo>
                  <a:lnTo>
                    <a:pt x="4787645" y="22479"/>
                  </a:lnTo>
                  <a:lnTo>
                    <a:pt x="4820959" y="48220"/>
                  </a:lnTo>
                  <a:lnTo>
                    <a:pt x="4846700" y="81534"/>
                  </a:lnTo>
                  <a:lnTo>
                    <a:pt x="4863298" y="120848"/>
                  </a:lnTo>
                  <a:lnTo>
                    <a:pt x="4868603" y="160305"/>
                  </a:lnTo>
                  <a:lnTo>
                    <a:pt x="4868603" y="4365974"/>
                  </a:lnTo>
                  <a:lnTo>
                    <a:pt x="4863298" y="4405431"/>
                  </a:lnTo>
                  <a:lnTo>
                    <a:pt x="4846700" y="4444745"/>
                  </a:lnTo>
                  <a:lnTo>
                    <a:pt x="4820959" y="4478059"/>
                  </a:lnTo>
                  <a:lnTo>
                    <a:pt x="4787645" y="4503800"/>
                  </a:lnTo>
                  <a:lnTo>
                    <a:pt x="4748331" y="4520398"/>
                  </a:lnTo>
                  <a:lnTo>
                    <a:pt x="4704587" y="452627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457971" y="35661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600"/>
                  </a:moveTo>
                  <a:lnTo>
                    <a:pt x="636828" y="1369877"/>
                  </a:lnTo>
                  <a:lnTo>
                    <a:pt x="588784" y="1364788"/>
                  </a:lnTo>
                  <a:lnTo>
                    <a:pt x="541785" y="1356448"/>
                  </a:lnTo>
                  <a:lnTo>
                    <a:pt x="495947" y="1344974"/>
                  </a:lnTo>
                  <a:lnTo>
                    <a:pt x="451386" y="1330481"/>
                  </a:lnTo>
                  <a:lnTo>
                    <a:pt x="408218" y="1313085"/>
                  </a:lnTo>
                  <a:lnTo>
                    <a:pt x="366559" y="1292903"/>
                  </a:lnTo>
                  <a:lnTo>
                    <a:pt x="326525" y="1270051"/>
                  </a:lnTo>
                  <a:lnTo>
                    <a:pt x="288233" y="1244645"/>
                  </a:lnTo>
                  <a:lnTo>
                    <a:pt x="251798" y="1216801"/>
                  </a:lnTo>
                  <a:lnTo>
                    <a:pt x="217336" y="1186635"/>
                  </a:lnTo>
                  <a:lnTo>
                    <a:pt x="184964" y="1154263"/>
                  </a:lnTo>
                  <a:lnTo>
                    <a:pt x="154798" y="1119801"/>
                  </a:lnTo>
                  <a:lnTo>
                    <a:pt x="126954" y="1083366"/>
                  </a:lnTo>
                  <a:lnTo>
                    <a:pt x="101548" y="1045074"/>
                  </a:lnTo>
                  <a:lnTo>
                    <a:pt x="78696" y="1005040"/>
                  </a:lnTo>
                  <a:lnTo>
                    <a:pt x="58514" y="963381"/>
                  </a:lnTo>
                  <a:lnTo>
                    <a:pt x="41118" y="920213"/>
                  </a:lnTo>
                  <a:lnTo>
                    <a:pt x="26625" y="875652"/>
                  </a:lnTo>
                  <a:lnTo>
                    <a:pt x="15151" y="829814"/>
                  </a:lnTo>
                  <a:lnTo>
                    <a:pt x="6811" y="782815"/>
                  </a:lnTo>
                  <a:lnTo>
                    <a:pt x="1722" y="734771"/>
                  </a:lnTo>
                  <a:lnTo>
                    <a:pt x="0" y="685800"/>
                  </a:ln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600" y="685800"/>
                  </a:lnTo>
                  <a:lnTo>
                    <a:pt x="1369877" y="734771"/>
                  </a:lnTo>
                  <a:lnTo>
                    <a:pt x="1364788" y="782815"/>
                  </a:lnTo>
                  <a:lnTo>
                    <a:pt x="1356448" y="829814"/>
                  </a:lnTo>
                  <a:lnTo>
                    <a:pt x="1344974" y="875652"/>
                  </a:lnTo>
                  <a:lnTo>
                    <a:pt x="1330481" y="920213"/>
                  </a:lnTo>
                  <a:lnTo>
                    <a:pt x="1313085" y="963381"/>
                  </a:lnTo>
                  <a:lnTo>
                    <a:pt x="1292903" y="1005040"/>
                  </a:lnTo>
                  <a:lnTo>
                    <a:pt x="1270051" y="1045074"/>
                  </a:lnTo>
                  <a:lnTo>
                    <a:pt x="1244645" y="1083366"/>
                  </a:lnTo>
                  <a:lnTo>
                    <a:pt x="1216801" y="1119801"/>
                  </a:lnTo>
                  <a:lnTo>
                    <a:pt x="1186635" y="1154263"/>
                  </a:lnTo>
                  <a:lnTo>
                    <a:pt x="1154263" y="1186635"/>
                  </a:lnTo>
                  <a:lnTo>
                    <a:pt x="1119801" y="1216801"/>
                  </a:lnTo>
                  <a:lnTo>
                    <a:pt x="1083366" y="1244645"/>
                  </a:lnTo>
                  <a:lnTo>
                    <a:pt x="1045074" y="1270051"/>
                  </a:lnTo>
                  <a:lnTo>
                    <a:pt x="1005040" y="1292903"/>
                  </a:lnTo>
                  <a:lnTo>
                    <a:pt x="963381" y="1313085"/>
                  </a:lnTo>
                  <a:lnTo>
                    <a:pt x="920213" y="1330481"/>
                  </a:lnTo>
                  <a:lnTo>
                    <a:pt x="875652" y="1344974"/>
                  </a:lnTo>
                  <a:lnTo>
                    <a:pt x="829814" y="1356448"/>
                  </a:lnTo>
                  <a:lnTo>
                    <a:pt x="782815" y="1364788"/>
                  </a:lnTo>
                  <a:lnTo>
                    <a:pt x="734771" y="1369877"/>
                  </a:lnTo>
                  <a:lnTo>
                    <a:pt x="685800" y="1371600"/>
                  </a:lnTo>
                  <a:close/>
                </a:path>
              </a:pathLst>
            </a:custGeom>
            <a:solidFill>
              <a:srgbClr val="CA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2563" y="3730751"/>
              <a:ext cx="1042415" cy="104241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397467" y="5372735"/>
            <a:ext cx="149288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b="1">
                <a:solidFill>
                  <a:srgbClr val="131B4D"/>
                </a:solidFill>
                <a:latin typeface="Cambria"/>
                <a:cs typeface="Cambria"/>
              </a:rPr>
              <a:t>Raniya</a:t>
            </a:r>
            <a:r>
              <a:rPr dirty="0" sz="2850" spc="-95" b="1">
                <a:solidFill>
                  <a:srgbClr val="131B4D"/>
                </a:solidFill>
                <a:latin typeface="Cambria"/>
                <a:cs typeface="Cambria"/>
              </a:rPr>
              <a:t> </a:t>
            </a:r>
            <a:r>
              <a:rPr dirty="0" sz="2850" spc="-50" b="1">
                <a:solidFill>
                  <a:srgbClr val="131B4D"/>
                </a:solidFill>
                <a:latin typeface="Cambria"/>
                <a:cs typeface="Cambria"/>
              </a:rPr>
              <a:t>A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93759" y="6197486"/>
            <a:ext cx="1300480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330"/>
              </a:lnSpc>
              <a:spcBef>
                <a:spcPts val="100"/>
              </a:spcBef>
            </a:pPr>
            <a:r>
              <a:rPr dirty="0" sz="1950" spc="-10">
                <a:solidFill>
                  <a:srgbClr val="6A7999"/>
                </a:solidFill>
                <a:latin typeface="Calibri"/>
                <a:cs typeface="Calibri"/>
              </a:rPr>
              <a:t>Developer</a:t>
            </a:r>
            <a:endParaRPr sz="1950">
              <a:latin typeface="Calibri"/>
              <a:cs typeface="Calibri"/>
            </a:endParaRPr>
          </a:p>
          <a:p>
            <a:pPr algn="ctr">
              <a:lnSpc>
                <a:spcPts val="1975"/>
              </a:lnSpc>
            </a:pPr>
            <a:r>
              <a:rPr dirty="0" sz="1650" spc="-10">
                <a:solidFill>
                  <a:srgbClr val="6A7999"/>
                </a:solidFill>
                <a:latin typeface="Calibri"/>
                <a:cs typeface="Calibri"/>
              </a:rPr>
              <a:t>811325104170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195580" y="2880360"/>
            <a:ext cx="4869180" cy="4526280"/>
            <a:chOff x="12195580" y="2880360"/>
            <a:chExt cx="4869180" cy="4526280"/>
          </a:xfrm>
        </p:grpSpPr>
        <p:sp>
          <p:nvSpPr>
            <p:cNvPr id="18" name="object 18"/>
            <p:cNvSpPr/>
            <p:nvPr/>
          </p:nvSpPr>
          <p:spPr>
            <a:xfrm>
              <a:off x="12195580" y="2880360"/>
              <a:ext cx="4869180" cy="4526280"/>
            </a:xfrm>
            <a:custGeom>
              <a:avLst/>
              <a:gdLst/>
              <a:ahLst/>
              <a:cxnLst/>
              <a:rect l="l" t="t" r="r" b="b"/>
              <a:pathLst>
                <a:path w="4869180" h="4526280">
                  <a:moveTo>
                    <a:pt x="4704588" y="4526279"/>
                  </a:moveTo>
                  <a:lnTo>
                    <a:pt x="164592" y="4526279"/>
                  </a:lnTo>
                  <a:lnTo>
                    <a:pt x="120848" y="4520398"/>
                  </a:lnTo>
                  <a:lnTo>
                    <a:pt x="81534" y="4503800"/>
                  </a:lnTo>
                  <a:lnTo>
                    <a:pt x="48220" y="4478059"/>
                  </a:lnTo>
                  <a:lnTo>
                    <a:pt x="22479" y="4444745"/>
                  </a:lnTo>
                  <a:lnTo>
                    <a:pt x="5881" y="4405431"/>
                  </a:lnTo>
                  <a:lnTo>
                    <a:pt x="0" y="4361687"/>
                  </a:lnTo>
                  <a:lnTo>
                    <a:pt x="0" y="164592"/>
                  </a:lnTo>
                  <a:lnTo>
                    <a:pt x="5881" y="120848"/>
                  </a:lnTo>
                  <a:lnTo>
                    <a:pt x="22479" y="81534"/>
                  </a:lnTo>
                  <a:lnTo>
                    <a:pt x="48220" y="48220"/>
                  </a:lnTo>
                  <a:lnTo>
                    <a:pt x="81534" y="22479"/>
                  </a:lnTo>
                  <a:lnTo>
                    <a:pt x="120848" y="5881"/>
                  </a:lnTo>
                  <a:lnTo>
                    <a:pt x="164592" y="0"/>
                  </a:lnTo>
                  <a:lnTo>
                    <a:pt x="4704588" y="0"/>
                  </a:lnTo>
                  <a:lnTo>
                    <a:pt x="4748331" y="5881"/>
                  </a:lnTo>
                  <a:lnTo>
                    <a:pt x="4787646" y="22479"/>
                  </a:lnTo>
                  <a:lnTo>
                    <a:pt x="4820959" y="48220"/>
                  </a:lnTo>
                  <a:lnTo>
                    <a:pt x="4846701" y="81534"/>
                  </a:lnTo>
                  <a:lnTo>
                    <a:pt x="4863298" y="120848"/>
                  </a:lnTo>
                  <a:lnTo>
                    <a:pt x="4868603" y="160304"/>
                  </a:lnTo>
                  <a:lnTo>
                    <a:pt x="4868603" y="4365975"/>
                  </a:lnTo>
                  <a:lnTo>
                    <a:pt x="4863298" y="4405431"/>
                  </a:lnTo>
                  <a:lnTo>
                    <a:pt x="4846701" y="4444745"/>
                  </a:lnTo>
                  <a:lnTo>
                    <a:pt x="4820959" y="4478059"/>
                  </a:lnTo>
                  <a:lnTo>
                    <a:pt x="4787646" y="4503800"/>
                  </a:lnTo>
                  <a:lnTo>
                    <a:pt x="4748331" y="4520398"/>
                  </a:lnTo>
                  <a:lnTo>
                    <a:pt x="4704588" y="452627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944370" y="35661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600"/>
                  </a:moveTo>
                  <a:lnTo>
                    <a:pt x="636828" y="1369877"/>
                  </a:lnTo>
                  <a:lnTo>
                    <a:pt x="588784" y="1364788"/>
                  </a:lnTo>
                  <a:lnTo>
                    <a:pt x="541785" y="1356448"/>
                  </a:lnTo>
                  <a:lnTo>
                    <a:pt x="495947" y="1344974"/>
                  </a:lnTo>
                  <a:lnTo>
                    <a:pt x="451386" y="1330481"/>
                  </a:lnTo>
                  <a:lnTo>
                    <a:pt x="408218" y="1313085"/>
                  </a:lnTo>
                  <a:lnTo>
                    <a:pt x="366559" y="1292903"/>
                  </a:lnTo>
                  <a:lnTo>
                    <a:pt x="326525" y="1270051"/>
                  </a:lnTo>
                  <a:lnTo>
                    <a:pt x="288233" y="1244645"/>
                  </a:lnTo>
                  <a:lnTo>
                    <a:pt x="251798" y="1216801"/>
                  </a:lnTo>
                  <a:lnTo>
                    <a:pt x="217336" y="1186635"/>
                  </a:lnTo>
                  <a:lnTo>
                    <a:pt x="184964" y="1154263"/>
                  </a:lnTo>
                  <a:lnTo>
                    <a:pt x="154798" y="1119801"/>
                  </a:lnTo>
                  <a:lnTo>
                    <a:pt x="126954" y="1083366"/>
                  </a:lnTo>
                  <a:lnTo>
                    <a:pt x="101548" y="1045074"/>
                  </a:lnTo>
                  <a:lnTo>
                    <a:pt x="78696" y="1005040"/>
                  </a:lnTo>
                  <a:lnTo>
                    <a:pt x="58514" y="963381"/>
                  </a:lnTo>
                  <a:lnTo>
                    <a:pt x="41118" y="920213"/>
                  </a:lnTo>
                  <a:lnTo>
                    <a:pt x="26625" y="875652"/>
                  </a:lnTo>
                  <a:lnTo>
                    <a:pt x="15151" y="829814"/>
                  </a:lnTo>
                  <a:lnTo>
                    <a:pt x="6811" y="782815"/>
                  </a:lnTo>
                  <a:lnTo>
                    <a:pt x="1722" y="734771"/>
                  </a:lnTo>
                  <a:lnTo>
                    <a:pt x="0" y="685800"/>
                  </a:ln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600" y="685800"/>
                  </a:lnTo>
                  <a:lnTo>
                    <a:pt x="1369877" y="734771"/>
                  </a:lnTo>
                  <a:lnTo>
                    <a:pt x="1364788" y="782815"/>
                  </a:lnTo>
                  <a:lnTo>
                    <a:pt x="1356448" y="829814"/>
                  </a:lnTo>
                  <a:lnTo>
                    <a:pt x="1344974" y="875652"/>
                  </a:lnTo>
                  <a:lnTo>
                    <a:pt x="1330481" y="920213"/>
                  </a:lnTo>
                  <a:lnTo>
                    <a:pt x="1313085" y="963381"/>
                  </a:lnTo>
                  <a:lnTo>
                    <a:pt x="1292903" y="1005040"/>
                  </a:lnTo>
                  <a:lnTo>
                    <a:pt x="1270051" y="1045074"/>
                  </a:lnTo>
                  <a:lnTo>
                    <a:pt x="1244645" y="1083366"/>
                  </a:lnTo>
                  <a:lnTo>
                    <a:pt x="1216801" y="1119801"/>
                  </a:lnTo>
                  <a:lnTo>
                    <a:pt x="1186635" y="1154263"/>
                  </a:lnTo>
                  <a:lnTo>
                    <a:pt x="1154263" y="1186635"/>
                  </a:lnTo>
                  <a:lnTo>
                    <a:pt x="1119801" y="1216801"/>
                  </a:lnTo>
                  <a:lnTo>
                    <a:pt x="1083366" y="1244645"/>
                  </a:lnTo>
                  <a:lnTo>
                    <a:pt x="1045074" y="1270051"/>
                  </a:lnTo>
                  <a:lnTo>
                    <a:pt x="1005040" y="1292903"/>
                  </a:lnTo>
                  <a:lnTo>
                    <a:pt x="963381" y="1313085"/>
                  </a:lnTo>
                  <a:lnTo>
                    <a:pt x="920213" y="1330481"/>
                  </a:lnTo>
                  <a:lnTo>
                    <a:pt x="875652" y="1344974"/>
                  </a:lnTo>
                  <a:lnTo>
                    <a:pt x="829814" y="1356448"/>
                  </a:lnTo>
                  <a:lnTo>
                    <a:pt x="782815" y="1364788"/>
                  </a:lnTo>
                  <a:lnTo>
                    <a:pt x="734771" y="1369877"/>
                  </a:lnTo>
                  <a:lnTo>
                    <a:pt x="685800" y="1371600"/>
                  </a:lnTo>
                  <a:close/>
                </a:path>
              </a:pathLst>
            </a:custGeom>
            <a:solidFill>
              <a:srgbClr val="CADB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08962" y="3730751"/>
              <a:ext cx="1042415" cy="104241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3849339" y="5372735"/>
            <a:ext cx="156146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b="1">
                <a:solidFill>
                  <a:srgbClr val="131B4D"/>
                </a:solidFill>
                <a:latin typeface="Cambria"/>
                <a:cs typeface="Cambria"/>
              </a:rPr>
              <a:t>Sahana</a:t>
            </a:r>
            <a:r>
              <a:rPr dirty="0" sz="2850" spc="-95" b="1">
                <a:solidFill>
                  <a:srgbClr val="131B4D"/>
                </a:solidFill>
                <a:latin typeface="Cambria"/>
                <a:cs typeface="Cambria"/>
              </a:rPr>
              <a:t> </a:t>
            </a:r>
            <a:r>
              <a:rPr dirty="0" sz="2850" spc="-50" b="1">
                <a:solidFill>
                  <a:srgbClr val="131B4D"/>
                </a:solidFill>
                <a:latin typeface="Cambria"/>
                <a:cs typeface="Cambria"/>
              </a:rPr>
              <a:t>D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80159" y="6197486"/>
            <a:ext cx="1300480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330"/>
              </a:lnSpc>
              <a:spcBef>
                <a:spcPts val="100"/>
              </a:spcBef>
            </a:pPr>
            <a:r>
              <a:rPr dirty="0" sz="1950" spc="-10">
                <a:solidFill>
                  <a:srgbClr val="6A7999"/>
                </a:solidFill>
                <a:latin typeface="Calibri"/>
                <a:cs typeface="Calibri"/>
              </a:rPr>
              <a:t>Developer</a:t>
            </a:r>
            <a:endParaRPr sz="1950">
              <a:latin typeface="Calibri"/>
              <a:cs typeface="Calibri"/>
            </a:endParaRPr>
          </a:p>
          <a:p>
            <a:pPr algn="ctr">
              <a:lnSpc>
                <a:spcPts val="1975"/>
              </a:lnSpc>
            </a:pPr>
            <a:r>
              <a:rPr dirty="0" sz="1650" spc="-10">
                <a:solidFill>
                  <a:srgbClr val="6A7999"/>
                </a:solidFill>
                <a:latin typeface="Calibri"/>
                <a:cs typeface="Calibri"/>
              </a:rPr>
              <a:t>811325104185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4" name="object 4"/>
          <p:cNvSpPr/>
          <p:nvPr/>
        </p:nvSpPr>
        <p:spPr>
          <a:xfrm>
            <a:off x="754379" y="2400300"/>
            <a:ext cx="9738360" cy="6720840"/>
          </a:xfrm>
          <a:custGeom>
            <a:avLst/>
            <a:gdLst/>
            <a:ahLst/>
            <a:cxnLst/>
            <a:rect l="l" t="t" r="r" b="b"/>
            <a:pathLst>
              <a:path w="9738360" h="6720840">
                <a:moveTo>
                  <a:pt x="9602032" y="6720704"/>
                </a:moveTo>
                <a:lnTo>
                  <a:pt x="136326" y="6720704"/>
                </a:lnTo>
                <a:lnTo>
                  <a:pt x="93817" y="6713844"/>
                </a:lnTo>
                <a:lnTo>
                  <a:pt x="56167" y="6694367"/>
                </a:lnTo>
                <a:lnTo>
                  <a:pt x="26471" y="6664672"/>
                </a:lnTo>
                <a:lnTo>
                  <a:pt x="6995" y="6627022"/>
                </a:lnTo>
                <a:lnTo>
                  <a:pt x="0" y="6583679"/>
                </a:lnTo>
                <a:lnTo>
                  <a:pt x="0" y="137160"/>
                </a:lnTo>
                <a:lnTo>
                  <a:pt x="6995" y="93817"/>
                </a:lnTo>
                <a:lnTo>
                  <a:pt x="26471" y="56167"/>
                </a:lnTo>
                <a:lnTo>
                  <a:pt x="56167" y="26471"/>
                </a:lnTo>
                <a:lnTo>
                  <a:pt x="93817" y="6995"/>
                </a:lnTo>
                <a:lnTo>
                  <a:pt x="137160" y="0"/>
                </a:lnTo>
                <a:lnTo>
                  <a:pt x="9601199" y="0"/>
                </a:lnTo>
                <a:lnTo>
                  <a:pt x="9644541" y="6995"/>
                </a:lnTo>
                <a:lnTo>
                  <a:pt x="9682191" y="26471"/>
                </a:lnTo>
                <a:lnTo>
                  <a:pt x="9711887" y="56167"/>
                </a:lnTo>
                <a:lnTo>
                  <a:pt x="9731363" y="93817"/>
                </a:lnTo>
                <a:lnTo>
                  <a:pt x="9738358" y="137160"/>
                </a:lnTo>
                <a:lnTo>
                  <a:pt x="9738358" y="6583679"/>
                </a:lnTo>
                <a:lnTo>
                  <a:pt x="9731363" y="6627022"/>
                </a:lnTo>
                <a:lnTo>
                  <a:pt x="9711887" y="6664672"/>
                </a:lnTo>
                <a:lnTo>
                  <a:pt x="9682191" y="6694367"/>
                </a:lnTo>
                <a:lnTo>
                  <a:pt x="9644541" y="6713844"/>
                </a:lnTo>
                <a:lnTo>
                  <a:pt x="9602032" y="6720704"/>
                </a:lnTo>
                <a:close/>
              </a:path>
            </a:pathLst>
          </a:custGeom>
          <a:solidFill>
            <a:srgbClr val="F4F5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21740" y="3183890"/>
            <a:ext cx="78740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Library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Management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System</a:t>
            </a:r>
            <a:r>
              <a:rPr dirty="0" sz="2400" spc="-1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is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a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4F6A"/>
                </a:solidFill>
                <a:latin typeface="Calibri"/>
                <a:cs typeface="Calibri"/>
              </a:rPr>
              <a:t>console-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based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4F6A"/>
                </a:solidFill>
                <a:latin typeface="Calibri"/>
                <a:cs typeface="Calibri"/>
              </a:rPr>
              <a:t>application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developed</a:t>
            </a:r>
            <a:r>
              <a:rPr dirty="0" sz="24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using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4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C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programming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language</a:t>
            </a:r>
            <a:r>
              <a:rPr dirty="0" sz="24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4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simplify</a:t>
            </a:r>
            <a:r>
              <a:rPr dirty="0" sz="24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management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of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library</a:t>
            </a:r>
            <a:r>
              <a:rPr dirty="0" sz="24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4F6A"/>
                </a:solidFill>
                <a:latin typeface="Calibri"/>
                <a:cs typeface="Calibri"/>
              </a:rPr>
              <a:t>records.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740" y="6275704"/>
            <a:ext cx="8632190" cy="139700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system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allows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users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perform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essential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library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operations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25000"/>
              </a:lnSpc>
            </a:pP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adding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new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books,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viewing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all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available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books,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searching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for</a:t>
            </a:r>
            <a:r>
              <a:rPr dirty="0" sz="24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books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4F6A"/>
                </a:solidFill>
                <a:latin typeface="Calibri"/>
                <a:cs typeface="Calibri"/>
              </a:rPr>
              <a:t>by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ID,</a:t>
            </a:r>
            <a:r>
              <a:rPr dirty="0" sz="24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issuing</a:t>
            </a:r>
            <a:r>
              <a:rPr dirty="0" sz="24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books,</a:t>
            </a:r>
            <a:r>
              <a:rPr dirty="0" sz="24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and</a:t>
            </a:r>
            <a:r>
              <a:rPr dirty="0" sz="24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4F6A"/>
                </a:solidFill>
                <a:latin typeface="Calibri"/>
                <a:cs typeface="Calibri"/>
              </a:rPr>
              <a:t>returning</a:t>
            </a:r>
            <a:r>
              <a:rPr dirty="0" sz="24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4F6A"/>
                </a:solidFill>
                <a:latin typeface="Calibri"/>
                <a:cs typeface="Calibri"/>
              </a:rPr>
              <a:t>books.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972800" y="2400300"/>
            <a:ext cx="6515100" cy="1988820"/>
          </a:xfrm>
          <a:custGeom>
            <a:avLst/>
            <a:gdLst/>
            <a:ahLst/>
            <a:cxnLst/>
            <a:rect l="l" t="t" r="r" b="b"/>
            <a:pathLst>
              <a:path w="6515100" h="1988820">
                <a:moveTo>
                  <a:pt x="6377940" y="1988820"/>
                </a:moveTo>
                <a:lnTo>
                  <a:pt x="137160" y="1988820"/>
                </a:lnTo>
                <a:lnTo>
                  <a:pt x="93817" y="1981824"/>
                </a:lnTo>
                <a:lnTo>
                  <a:pt x="56167" y="1962348"/>
                </a:lnTo>
                <a:lnTo>
                  <a:pt x="26471" y="1932652"/>
                </a:lnTo>
                <a:lnTo>
                  <a:pt x="6995" y="1895002"/>
                </a:lnTo>
                <a:lnTo>
                  <a:pt x="0" y="1851660"/>
                </a:lnTo>
                <a:lnTo>
                  <a:pt x="0" y="137160"/>
                </a:lnTo>
                <a:lnTo>
                  <a:pt x="6995" y="93817"/>
                </a:lnTo>
                <a:lnTo>
                  <a:pt x="26471" y="56167"/>
                </a:lnTo>
                <a:lnTo>
                  <a:pt x="56167" y="26471"/>
                </a:lnTo>
                <a:lnTo>
                  <a:pt x="93817" y="6995"/>
                </a:lnTo>
                <a:lnTo>
                  <a:pt x="137160" y="0"/>
                </a:lnTo>
                <a:lnTo>
                  <a:pt x="6377940" y="0"/>
                </a:lnTo>
                <a:lnTo>
                  <a:pt x="6421282" y="6995"/>
                </a:lnTo>
                <a:lnTo>
                  <a:pt x="6458933" y="26471"/>
                </a:lnTo>
                <a:lnTo>
                  <a:pt x="6488628" y="56167"/>
                </a:lnTo>
                <a:lnTo>
                  <a:pt x="6508104" y="93817"/>
                </a:lnTo>
                <a:lnTo>
                  <a:pt x="6515100" y="137160"/>
                </a:lnTo>
                <a:lnTo>
                  <a:pt x="6515100" y="1851660"/>
                </a:lnTo>
                <a:lnTo>
                  <a:pt x="6508104" y="1895002"/>
                </a:lnTo>
                <a:lnTo>
                  <a:pt x="6488628" y="1932652"/>
                </a:lnTo>
                <a:lnTo>
                  <a:pt x="6458933" y="1962348"/>
                </a:lnTo>
                <a:lnTo>
                  <a:pt x="6421282" y="1981824"/>
                </a:lnTo>
                <a:lnTo>
                  <a:pt x="6377940" y="1988820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71578" y="2926715"/>
            <a:ext cx="409575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00" spc="-50" b="1">
                <a:solidFill>
                  <a:srgbClr val="3FA6D5"/>
                </a:solidFill>
                <a:latin typeface="Cambria"/>
                <a:cs typeface="Cambria"/>
              </a:rPr>
              <a:t>5</a:t>
            </a:r>
            <a:endParaRPr sz="51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66139" y="3178175"/>
            <a:ext cx="24828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Core</a:t>
            </a:r>
            <a:r>
              <a:rPr dirty="0" sz="2100" spc="-4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CRUD</a:t>
            </a:r>
            <a:r>
              <a:rPr dirty="0" sz="2100" spc="-4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CADBFB"/>
                </a:solidFill>
                <a:latin typeface="Calibri"/>
                <a:cs typeface="Calibri"/>
              </a:rPr>
              <a:t>Operations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972800" y="4732020"/>
            <a:ext cx="6515100" cy="1988820"/>
          </a:xfrm>
          <a:custGeom>
            <a:avLst/>
            <a:gdLst/>
            <a:ahLst/>
            <a:cxnLst/>
            <a:rect l="l" t="t" r="r" b="b"/>
            <a:pathLst>
              <a:path w="6515100" h="1988820">
                <a:moveTo>
                  <a:pt x="6377940" y="1988820"/>
                </a:moveTo>
                <a:lnTo>
                  <a:pt x="137160" y="1988820"/>
                </a:lnTo>
                <a:lnTo>
                  <a:pt x="93817" y="1981824"/>
                </a:lnTo>
                <a:lnTo>
                  <a:pt x="56167" y="1962348"/>
                </a:lnTo>
                <a:lnTo>
                  <a:pt x="26471" y="1932653"/>
                </a:lnTo>
                <a:lnTo>
                  <a:pt x="6995" y="1895002"/>
                </a:lnTo>
                <a:lnTo>
                  <a:pt x="0" y="1851660"/>
                </a:lnTo>
                <a:lnTo>
                  <a:pt x="0" y="137160"/>
                </a:lnTo>
                <a:lnTo>
                  <a:pt x="6995" y="93817"/>
                </a:lnTo>
                <a:lnTo>
                  <a:pt x="26471" y="56167"/>
                </a:lnTo>
                <a:lnTo>
                  <a:pt x="56167" y="26471"/>
                </a:lnTo>
                <a:lnTo>
                  <a:pt x="93817" y="6995"/>
                </a:lnTo>
                <a:lnTo>
                  <a:pt x="137160" y="0"/>
                </a:lnTo>
                <a:lnTo>
                  <a:pt x="6377940" y="0"/>
                </a:lnTo>
                <a:lnTo>
                  <a:pt x="6421282" y="6995"/>
                </a:lnTo>
                <a:lnTo>
                  <a:pt x="6458933" y="26471"/>
                </a:lnTo>
                <a:lnTo>
                  <a:pt x="6488628" y="56167"/>
                </a:lnTo>
                <a:lnTo>
                  <a:pt x="6508104" y="93817"/>
                </a:lnTo>
                <a:lnTo>
                  <a:pt x="6515100" y="137160"/>
                </a:lnTo>
                <a:lnTo>
                  <a:pt x="6515100" y="1851660"/>
                </a:lnTo>
                <a:lnTo>
                  <a:pt x="6508104" y="1895002"/>
                </a:lnTo>
                <a:lnTo>
                  <a:pt x="6488628" y="1932653"/>
                </a:lnTo>
                <a:lnTo>
                  <a:pt x="6458933" y="1962348"/>
                </a:lnTo>
                <a:lnTo>
                  <a:pt x="6421282" y="1981824"/>
                </a:lnTo>
                <a:lnTo>
                  <a:pt x="6377940" y="1988820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371578" y="5258435"/>
            <a:ext cx="409575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00" spc="-50" b="1">
                <a:solidFill>
                  <a:srgbClr val="3FA6D5"/>
                </a:solidFill>
                <a:latin typeface="Cambria"/>
                <a:cs typeface="Cambria"/>
              </a:rPr>
              <a:t>1</a:t>
            </a:r>
            <a:endParaRPr sz="51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66139" y="5509894"/>
            <a:ext cx="133096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Language: </a:t>
            </a:r>
            <a:r>
              <a:rPr dirty="0" sz="2100" spc="-50">
                <a:solidFill>
                  <a:srgbClr val="CADBFB"/>
                </a:solidFill>
                <a:latin typeface="Calibri"/>
                <a:cs typeface="Calibri"/>
              </a:rPr>
              <a:t>C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972800" y="7063740"/>
            <a:ext cx="6515100" cy="1988820"/>
          </a:xfrm>
          <a:custGeom>
            <a:avLst/>
            <a:gdLst/>
            <a:ahLst/>
            <a:cxnLst/>
            <a:rect l="l" t="t" r="r" b="b"/>
            <a:pathLst>
              <a:path w="6515100" h="1988820">
                <a:moveTo>
                  <a:pt x="6377940" y="1988820"/>
                </a:moveTo>
                <a:lnTo>
                  <a:pt x="137160" y="1988820"/>
                </a:lnTo>
                <a:lnTo>
                  <a:pt x="93817" y="1981824"/>
                </a:lnTo>
                <a:lnTo>
                  <a:pt x="56167" y="1962348"/>
                </a:lnTo>
                <a:lnTo>
                  <a:pt x="26471" y="1932653"/>
                </a:lnTo>
                <a:lnTo>
                  <a:pt x="6995" y="1895002"/>
                </a:lnTo>
                <a:lnTo>
                  <a:pt x="0" y="1851660"/>
                </a:lnTo>
                <a:lnTo>
                  <a:pt x="0" y="137160"/>
                </a:lnTo>
                <a:lnTo>
                  <a:pt x="6995" y="93817"/>
                </a:lnTo>
                <a:lnTo>
                  <a:pt x="26471" y="56167"/>
                </a:lnTo>
                <a:lnTo>
                  <a:pt x="56167" y="26471"/>
                </a:lnTo>
                <a:lnTo>
                  <a:pt x="93817" y="6995"/>
                </a:lnTo>
                <a:lnTo>
                  <a:pt x="137160" y="0"/>
                </a:lnTo>
                <a:lnTo>
                  <a:pt x="6377940" y="0"/>
                </a:lnTo>
                <a:lnTo>
                  <a:pt x="6421282" y="6995"/>
                </a:lnTo>
                <a:lnTo>
                  <a:pt x="6458933" y="26471"/>
                </a:lnTo>
                <a:lnTo>
                  <a:pt x="6488628" y="56167"/>
                </a:lnTo>
                <a:lnTo>
                  <a:pt x="6508104" y="93817"/>
                </a:lnTo>
                <a:lnTo>
                  <a:pt x="6515100" y="137160"/>
                </a:lnTo>
                <a:lnTo>
                  <a:pt x="6515100" y="1851660"/>
                </a:lnTo>
                <a:lnTo>
                  <a:pt x="6508104" y="1895002"/>
                </a:lnTo>
                <a:lnTo>
                  <a:pt x="6488628" y="1932653"/>
                </a:lnTo>
                <a:lnTo>
                  <a:pt x="6458933" y="1962348"/>
                </a:lnTo>
                <a:lnTo>
                  <a:pt x="6421282" y="1981824"/>
                </a:lnTo>
                <a:lnTo>
                  <a:pt x="6377940" y="1988820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371578" y="7590154"/>
            <a:ext cx="1395730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00" spc="-20" b="1">
                <a:solidFill>
                  <a:srgbClr val="3FA6D5"/>
                </a:solidFill>
                <a:latin typeface="Cambria"/>
                <a:cs typeface="Cambria"/>
              </a:rPr>
              <a:t>O(n)</a:t>
            </a:r>
            <a:endParaRPr sz="5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66139" y="7841615"/>
            <a:ext cx="2031364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Search </a:t>
            </a:r>
            <a:r>
              <a:rPr dirty="0" sz="2100" spc="-10">
                <a:solidFill>
                  <a:srgbClr val="CADBFB"/>
                </a:solidFill>
                <a:latin typeface="Calibri"/>
                <a:cs typeface="Calibri"/>
              </a:rPr>
              <a:t>Complexity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Concepts </a:t>
            </a:r>
            <a:r>
              <a:rPr dirty="0" spc="-20"/>
              <a:t>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434530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C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language features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that power the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system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4379" y="2537459"/>
            <a:ext cx="8092440" cy="2057400"/>
            <a:chOff x="754379" y="2537459"/>
            <a:chExt cx="8092440" cy="2057400"/>
          </a:xfrm>
        </p:grpSpPr>
        <p:sp>
          <p:nvSpPr>
            <p:cNvPr id="6" name="object 6"/>
            <p:cNvSpPr/>
            <p:nvPr/>
          </p:nvSpPr>
          <p:spPr>
            <a:xfrm>
              <a:off x="754379" y="2537459"/>
              <a:ext cx="8092440" cy="2057400"/>
            </a:xfrm>
            <a:custGeom>
              <a:avLst/>
              <a:gdLst/>
              <a:ahLst/>
              <a:cxnLst/>
              <a:rect l="l" t="t" r="r" b="b"/>
              <a:pathLst>
                <a:path w="8092440" h="2057400">
                  <a:moveTo>
                    <a:pt x="7955279" y="2057399"/>
                  </a:moveTo>
                  <a:lnTo>
                    <a:pt x="137160" y="2057399"/>
                  </a:lnTo>
                  <a:lnTo>
                    <a:pt x="93817" y="2050404"/>
                  </a:lnTo>
                  <a:lnTo>
                    <a:pt x="56167" y="2030928"/>
                  </a:lnTo>
                  <a:lnTo>
                    <a:pt x="26471" y="2001232"/>
                  </a:lnTo>
                  <a:lnTo>
                    <a:pt x="6995" y="1963582"/>
                  </a:lnTo>
                  <a:lnTo>
                    <a:pt x="0" y="1920239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7955279" y="0"/>
                  </a:lnTo>
                  <a:lnTo>
                    <a:pt x="7998622" y="6995"/>
                  </a:lnTo>
                  <a:lnTo>
                    <a:pt x="8036272" y="26471"/>
                  </a:lnTo>
                  <a:lnTo>
                    <a:pt x="8065968" y="56167"/>
                  </a:lnTo>
                  <a:lnTo>
                    <a:pt x="8085444" y="93817"/>
                  </a:lnTo>
                  <a:lnTo>
                    <a:pt x="8092439" y="137159"/>
                  </a:lnTo>
                  <a:lnTo>
                    <a:pt x="8092439" y="1920239"/>
                  </a:lnTo>
                  <a:lnTo>
                    <a:pt x="8085444" y="1963582"/>
                  </a:lnTo>
                  <a:lnTo>
                    <a:pt x="8065968" y="2001232"/>
                  </a:lnTo>
                  <a:lnTo>
                    <a:pt x="8036272" y="2030928"/>
                  </a:lnTo>
                  <a:lnTo>
                    <a:pt x="7998622" y="2050404"/>
                  </a:lnTo>
                  <a:lnTo>
                    <a:pt x="7955279" y="205739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97279" y="3127248"/>
              <a:ext cx="878205" cy="878205"/>
            </a:xfrm>
            <a:custGeom>
              <a:avLst/>
              <a:gdLst/>
              <a:ahLst/>
              <a:cxnLst/>
              <a:rect l="l" t="t" r="r" b="b"/>
              <a:pathLst>
                <a:path w="878205" h="878204">
                  <a:moveTo>
                    <a:pt x="438911" y="877823"/>
                  </a:moveTo>
                  <a:lnTo>
                    <a:pt x="391086" y="875248"/>
                  </a:lnTo>
                  <a:lnTo>
                    <a:pt x="344752" y="867700"/>
                  </a:lnTo>
                  <a:lnTo>
                    <a:pt x="300179" y="855448"/>
                  </a:lnTo>
                  <a:lnTo>
                    <a:pt x="257632" y="838759"/>
                  </a:lnTo>
                  <a:lnTo>
                    <a:pt x="217381" y="817901"/>
                  </a:lnTo>
                  <a:lnTo>
                    <a:pt x="179693" y="793141"/>
                  </a:lnTo>
                  <a:lnTo>
                    <a:pt x="144835" y="764747"/>
                  </a:lnTo>
                  <a:lnTo>
                    <a:pt x="113076" y="732988"/>
                  </a:lnTo>
                  <a:lnTo>
                    <a:pt x="84682" y="698130"/>
                  </a:lnTo>
                  <a:lnTo>
                    <a:pt x="59922" y="660442"/>
                  </a:lnTo>
                  <a:lnTo>
                    <a:pt x="39064" y="620191"/>
                  </a:lnTo>
                  <a:lnTo>
                    <a:pt x="22375" y="577644"/>
                  </a:lnTo>
                  <a:lnTo>
                    <a:pt x="10123" y="533070"/>
                  </a:lnTo>
                  <a:lnTo>
                    <a:pt x="2575" y="486737"/>
                  </a:lnTo>
                  <a:lnTo>
                    <a:pt x="0" y="438911"/>
                  </a:lnTo>
                  <a:lnTo>
                    <a:pt x="2575" y="391086"/>
                  </a:lnTo>
                  <a:lnTo>
                    <a:pt x="10123" y="344752"/>
                  </a:lnTo>
                  <a:lnTo>
                    <a:pt x="22375" y="300179"/>
                  </a:lnTo>
                  <a:lnTo>
                    <a:pt x="39064" y="257632"/>
                  </a:lnTo>
                  <a:lnTo>
                    <a:pt x="59922" y="217381"/>
                  </a:lnTo>
                  <a:lnTo>
                    <a:pt x="84682" y="179693"/>
                  </a:lnTo>
                  <a:lnTo>
                    <a:pt x="113076" y="144835"/>
                  </a:lnTo>
                  <a:lnTo>
                    <a:pt x="144835" y="113076"/>
                  </a:lnTo>
                  <a:lnTo>
                    <a:pt x="179693" y="84682"/>
                  </a:lnTo>
                  <a:lnTo>
                    <a:pt x="217381" y="59922"/>
                  </a:lnTo>
                  <a:lnTo>
                    <a:pt x="257632" y="39064"/>
                  </a:lnTo>
                  <a:lnTo>
                    <a:pt x="300179" y="22375"/>
                  </a:lnTo>
                  <a:lnTo>
                    <a:pt x="344752" y="10123"/>
                  </a:lnTo>
                  <a:lnTo>
                    <a:pt x="391086" y="2575"/>
                  </a:lnTo>
                  <a:lnTo>
                    <a:pt x="438911" y="0"/>
                  </a:lnTo>
                  <a:lnTo>
                    <a:pt x="486737" y="2575"/>
                  </a:lnTo>
                  <a:lnTo>
                    <a:pt x="533070" y="10123"/>
                  </a:lnTo>
                  <a:lnTo>
                    <a:pt x="577644" y="22375"/>
                  </a:lnTo>
                  <a:lnTo>
                    <a:pt x="620191" y="39064"/>
                  </a:lnTo>
                  <a:lnTo>
                    <a:pt x="660442" y="59922"/>
                  </a:lnTo>
                  <a:lnTo>
                    <a:pt x="698130" y="84682"/>
                  </a:lnTo>
                  <a:lnTo>
                    <a:pt x="732988" y="113076"/>
                  </a:lnTo>
                  <a:lnTo>
                    <a:pt x="764747" y="144835"/>
                  </a:lnTo>
                  <a:lnTo>
                    <a:pt x="793141" y="179693"/>
                  </a:lnTo>
                  <a:lnTo>
                    <a:pt x="817901" y="217381"/>
                  </a:lnTo>
                  <a:lnTo>
                    <a:pt x="838759" y="257632"/>
                  </a:lnTo>
                  <a:lnTo>
                    <a:pt x="855448" y="300179"/>
                  </a:lnTo>
                  <a:lnTo>
                    <a:pt x="867700" y="344752"/>
                  </a:lnTo>
                  <a:lnTo>
                    <a:pt x="875248" y="391086"/>
                  </a:lnTo>
                  <a:lnTo>
                    <a:pt x="877823" y="438911"/>
                  </a:lnTo>
                  <a:lnTo>
                    <a:pt x="875248" y="486737"/>
                  </a:lnTo>
                  <a:lnTo>
                    <a:pt x="867700" y="533070"/>
                  </a:lnTo>
                  <a:lnTo>
                    <a:pt x="855448" y="577644"/>
                  </a:lnTo>
                  <a:lnTo>
                    <a:pt x="838759" y="620191"/>
                  </a:lnTo>
                  <a:lnTo>
                    <a:pt x="817901" y="660442"/>
                  </a:lnTo>
                  <a:lnTo>
                    <a:pt x="793141" y="698130"/>
                  </a:lnTo>
                  <a:lnTo>
                    <a:pt x="764747" y="732988"/>
                  </a:lnTo>
                  <a:lnTo>
                    <a:pt x="732988" y="764747"/>
                  </a:lnTo>
                  <a:lnTo>
                    <a:pt x="698130" y="793141"/>
                  </a:lnTo>
                  <a:lnTo>
                    <a:pt x="660442" y="817901"/>
                  </a:lnTo>
                  <a:lnTo>
                    <a:pt x="620191" y="838759"/>
                  </a:lnTo>
                  <a:lnTo>
                    <a:pt x="577644" y="855448"/>
                  </a:lnTo>
                  <a:lnTo>
                    <a:pt x="533070" y="867700"/>
                  </a:lnTo>
                  <a:lnTo>
                    <a:pt x="486737" y="875248"/>
                  </a:lnTo>
                  <a:lnTo>
                    <a:pt x="438911" y="877823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2616" y="3232584"/>
              <a:ext cx="667130" cy="66713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81859" y="2810891"/>
            <a:ext cx="5665470" cy="1373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31B4D"/>
                </a:solidFill>
                <a:latin typeface="Cambria"/>
                <a:cs typeface="Cambria"/>
              </a:rPr>
              <a:t>Structures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11500"/>
              </a:lnSpc>
              <a:spcBef>
                <a:spcPts val="2775"/>
              </a:spcBef>
            </a:pP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Book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details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ID,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Title,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Author,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Category,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Publisher,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444F6A"/>
                </a:solidFill>
                <a:latin typeface="Calibri"/>
                <a:cs typeface="Calibri"/>
              </a:rPr>
              <a:t>Year,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Quantity,</a:t>
            </a:r>
            <a:r>
              <a:rPr dirty="0" sz="1850" spc="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444F6A"/>
                </a:solidFill>
                <a:latin typeface="Calibri"/>
                <a:cs typeface="Calibri"/>
              </a:rPr>
              <a:t>Price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32619" y="2537459"/>
            <a:ext cx="8092440" cy="2057400"/>
            <a:chOff x="9532619" y="2537459"/>
            <a:chExt cx="8092440" cy="2057400"/>
          </a:xfrm>
        </p:grpSpPr>
        <p:sp>
          <p:nvSpPr>
            <p:cNvPr id="11" name="object 11"/>
            <p:cNvSpPr/>
            <p:nvPr/>
          </p:nvSpPr>
          <p:spPr>
            <a:xfrm>
              <a:off x="9532619" y="2537459"/>
              <a:ext cx="8092440" cy="2057400"/>
            </a:xfrm>
            <a:custGeom>
              <a:avLst/>
              <a:gdLst/>
              <a:ahLst/>
              <a:cxnLst/>
              <a:rect l="l" t="t" r="r" b="b"/>
              <a:pathLst>
                <a:path w="8092440" h="2057400">
                  <a:moveTo>
                    <a:pt x="7955279" y="2057399"/>
                  </a:moveTo>
                  <a:lnTo>
                    <a:pt x="137159" y="2057399"/>
                  </a:lnTo>
                  <a:lnTo>
                    <a:pt x="93817" y="2050404"/>
                  </a:lnTo>
                  <a:lnTo>
                    <a:pt x="56167" y="2030928"/>
                  </a:lnTo>
                  <a:lnTo>
                    <a:pt x="26471" y="2001232"/>
                  </a:lnTo>
                  <a:lnTo>
                    <a:pt x="6995" y="1963582"/>
                  </a:lnTo>
                  <a:lnTo>
                    <a:pt x="0" y="1920239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7955279" y="0"/>
                  </a:lnTo>
                  <a:lnTo>
                    <a:pt x="7998622" y="6995"/>
                  </a:lnTo>
                  <a:lnTo>
                    <a:pt x="8036272" y="26471"/>
                  </a:lnTo>
                  <a:lnTo>
                    <a:pt x="8065968" y="56167"/>
                  </a:lnTo>
                  <a:lnTo>
                    <a:pt x="8085444" y="93817"/>
                  </a:lnTo>
                  <a:lnTo>
                    <a:pt x="8092439" y="137159"/>
                  </a:lnTo>
                  <a:lnTo>
                    <a:pt x="8092439" y="1920239"/>
                  </a:lnTo>
                  <a:lnTo>
                    <a:pt x="8085444" y="1963582"/>
                  </a:lnTo>
                  <a:lnTo>
                    <a:pt x="8065968" y="2001232"/>
                  </a:lnTo>
                  <a:lnTo>
                    <a:pt x="8036272" y="2030928"/>
                  </a:lnTo>
                  <a:lnTo>
                    <a:pt x="7998622" y="2050404"/>
                  </a:lnTo>
                  <a:lnTo>
                    <a:pt x="7955279" y="205739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875519" y="3127248"/>
              <a:ext cx="878205" cy="878205"/>
            </a:xfrm>
            <a:custGeom>
              <a:avLst/>
              <a:gdLst/>
              <a:ahLst/>
              <a:cxnLst/>
              <a:rect l="l" t="t" r="r" b="b"/>
              <a:pathLst>
                <a:path w="878204" h="878204">
                  <a:moveTo>
                    <a:pt x="438911" y="877823"/>
                  </a:moveTo>
                  <a:lnTo>
                    <a:pt x="391086" y="875248"/>
                  </a:lnTo>
                  <a:lnTo>
                    <a:pt x="344753" y="867700"/>
                  </a:lnTo>
                  <a:lnTo>
                    <a:pt x="300179" y="855448"/>
                  </a:lnTo>
                  <a:lnTo>
                    <a:pt x="257632" y="838759"/>
                  </a:lnTo>
                  <a:lnTo>
                    <a:pt x="217381" y="817901"/>
                  </a:lnTo>
                  <a:lnTo>
                    <a:pt x="179693" y="793141"/>
                  </a:lnTo>
                  <a:lnTo>
                    <a:pt x="144835" y="764747"/>
                  </a:lnTo>
                  <a:lnTo>
                    <a:pt x="113076" y="732988"/>
                  </a:lnTo>
                  <a:lnTo>
                    <a:pt x="84682" y="698130"/>
                  </a:lnTo>
                  <a:lnTo>
                    <a:pt x="59922" y="660442"/>
                  </a:lnTo>
                  <a:lnTo>
                    <a:pt x="39064" y="620191"/>
                  </a:lnTo>
                  <a:lnTo>
                    <a:pt x="22375" y="577644"/>
                  </a:lnTo>
                  <a:lnTo>
                    <a:pt x="10123" y="533070"/>
                  </a:lnTo>
                  <a:lnTo>
                    <a:pt x="2575" y="486737"/>
                  </a:lnTo>
                  <a:lnTo>
                    <a:pt x="0" y="438911"/>
                  </a:lnTo>
                  <a:lnTo>
                    <a:pt x="2575" y="391086"/>
                  </a:lnTo>
                  <a:lnTo>
                    <a:pt x="10123" y="344752"/>
                  </a:lnTo>
                  <a:lnTo>
                    <a:pt x="22375" y="300179"/>
                  </a:lnTo>
                  <a:lnTo>
                    <a:pt x="39064" y="257632"/>
                  </a:lnTo>
                  <a:lnTo>
                    <a:pt x="59922" y="217381"/>
                  </a:lnTo>
                  <a:lnTo>
                    <a:pt x="84682" y="179693"/>
                  </a:lnTo>
                  <a:lnTo>
                    <a:pt x="113076" y="144835"/>
                  </a:lnTo>
                  <a:lnTo>
                    <a:pt x="144835" y="113076"/>
                  </a:lnTo>
                  <a:lnTo>
                    <a:pt x="179693" y="84682"/>
                  </a:lnTo>
                  <a:lnTo>
                    <a:pt x="217381" y="59922"/>
                  </a:lnTo>
                  <a:lnTo>
                    <a:pt x="257632" y="39064"/>
                  </a:lnTo>
                  <a:lnTo>
                    <a:pt x="300179" y="22375"/>
                  </a:lnTo>
                  <a:lnTo>
                    <a:pt x="344753" y="10123"/>
                  </a:lnTo>
                  <a:lnTo>
                    <a:pt x="391086" y="2575"/>
                  </a:lnTo>
                  <a:lnTo>
                    <a:pt x="438911" y="0"/>
                  </a:lnTo>
                  <a:lnTo>
                    <a:pt x="486737" y="2575"/>
                  </a:lnTo>
                  <a:lnTo>
                    <a:pt x="533071" y="10123"/>
                  </a:lnTo>
                  <a:lnTo>
                    <a:pt x="577644" y="22375"/>
                  </a:lnTo>
                  <a:lnTo>
                    <a:pt x="620191" y="39064"/>
                  </a:lnTo>
                  <a:lnTo>
                    <a:pt x="660442" y="59922"/>
                  </a:lnTo>
                  <a:lnTo>
                    <a:pt x="698130" y="84682"/>
                  </a:lnTo>
                  <a:lnTo>
                    <a:pt x="732988" y="113076"/>
                  </a:lnTo>
                  <a:lnTo>
                    <a:pt x="764747" y="144835"/>
                  </a:lnTo>
                  <a:lnTo>
                    <a:pt x="793141" y="179693"/>
                  </a:lnTo>
                  <a:lnTo>
                    <a:pt x="817901" y="217381"/>
                  </a:lnTo>
                  <a:lnTo>
                    <a:pt x="838759" y="257632"/>
                  </a:lnTo>
                  <a:lnTo>
                    <a:pt x="855448" y="300179"/>
                  </a:lnTo>
                  <a:lnTo>
                    <a:pt x="867700" y="344752"/>
                  </a:lnTo>
                  <a:lnTo>
                    <a:pt x="875248" y="391086"/>
                  </a:lnTo>
                  <a:lnTo>
                    <a:pt x="877823" y="438911"/>
                  </a:lnTo>
                  <a:lnTo>
                    <a:pt x="875248" y="486737"/>
                  </a:lnTo>
                  <a:lnTo>
                    <a:pt x="867700" y="533070"/>
                  </a:lnTo>
                  <a:lnTo>
                    <a:pt x="855448" y="577644"/>
                  </a:lnTo>
                  <a:lnTo>
                    <a:pt x="838759" y="620191"/>
                  </a:lnTo>
                  <a:lnTo>
                    <a:pt x="817901" y="660442"/>
                  </a:lnTo>
                  <a:lnTo>
                    <a:pt x="793141" y="698130"/>
                  </a:lnTo>
                  <a:lnTo>
                    <a:pt x="764747" y="732988"/>
                  </a:lnTo>
                  <a:lnTo>
                    <a:pt x="732988" y="764747"/>
                  </a:lnTo>
                  <a:lnTo>
                    <a:pt x="698130" y="793141"/>
                  </a:lnTo>
                  <a:lnTo>
                    <a:pt x="660442" y="817901"/>
                  </a:lnTo>
                  <a:lnTo>
                    <a:pt x="620191" y="838759"/>
                  </a:lnTo>
                  <a:lnTo>
                    <a:pt x="577644" y="855448"/>
                  </a:lnTo>
                  <a:lnTo>
                    <a:pt x="533071" y="867700"/>
                  </a:lnTo>
                  <a:lnTo>
                    <a:pt x="486737" y="875248"/>
                  </a:lnTo>
                  <a:lnTo>
                    <a:pt x="438911" y="877823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0856" y="3232584"/>
              <a:ext cx="667130" cy="6671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960099" y="2810891"/>
            <a:ext cx="9702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31B4D"/>
                </a:solidFill>
                <a:latin typeface="Cambria"/>
                <a:cs typeface="Cambria"/>
              </a:rPr>
              <a:t>Arrays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60099" y="3720338"/>
            <a:ext cx="399542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Storing</a:t>
            </a:r>
            <a:r>
              <a:rPr dirty="0" sz="1850" spc="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multiple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book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records</a:t>
            </a:r>
            <a:r>
              <a:rPr dirty="0" sz="1850" spc="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in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444F6A"/>
                </a:solidFill>
                <a:latin typeface="Calibri"/>
                <a:cs typeface="Calibri"/>
              </a:rPr>
              <a:t>memory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4379" y="4800600"/>
            <a:ext cx="8092440" cy="2057400"/>
            <a:chOff x="754379" y="4800600"/>
            <a:chExt cx="8092440" cy="2057400"/>
          </a:xfrm>
        </p:grpSpPr>
        <p:sp>
          <p:nvSpPr>
            <p:cNvPr id="17" name="object 17"/>
            <p:cNvSpPr/>
            <p:nvPr/>
          </p:nvSpPr>
          <p:spPr>
            <a:xfrm>
              <a:off x="754379" y="4800600"/>
              <a:ext cx="8092440" cy="2057400"/>
            </a:xfrm>
            <a:custGeom>
              <a:avLst/>
              <a:gdLst/>
              <a:ahLst/>
              <a:cxnLst/>
              <a:rect l="l" t="t" r="r" b="b"/>
              <a:pathLst>
                <a:path w="8092440" h="2057400">
                  <a:moveTo>
                    <a:pt x="7955279" y="2057399"/>
                  </a:moveTo>
                  <a:lnTo>
                    <a:pt x="137160" y="2057399"/>
                  </a:lnTo>
                  <a:lnTo>
                    <a:pt x="93817" y="2050404"/>
                  </a:lnTo>
                  <a:lnTo>
                    <a:pt x="56167" y="2030928"/>
                  </a:lnTo>
                  <a:lnTo>
                    <a:pt x="26471" y="2001233"/>
                  </a:lnTo>
                  <a:lnTo>
                    <a:pt x="6995" y="1963582"/>
                  </a:lnTo>
                  <a:lnTo>
                    <a:pt x="0" y="1920239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7955279" y="0"/>
                  </a:lnTo>
                  <a:lnTo>
                    <a:pt x="7998622" y="6995"/>
                  </a:lnTo>
                  <a:lnTo>
                    <a:pt x="8036272" y="26471"/>
                  </a:lnTo>
                  <a:lnTo>
                    <a:pt x="8065968" y="56167"/>
                  </a:lnTo>
                  <a:lnTo>
                    <a:pt x="8085444" y="93817"/>
                  </a:lnTo>
                  <a:lnTo>
                    <a:pt x="8092439" y="137159"/>
                  </a:lnTo>
                  <a:lnTo>
                    <a:pt x="8092439" y="1920239"/>
                  </a:lnTo>
                  <a:lnTo>
                    <a:pt x="8085444" y="1963582"/>
                  </a:lnTo>
                  <a:lnTo>
                    <a:pt x="8065968" y="2001233"/>
                  </a:lnTo>
                  <a:lnTo>
                    <a:pt x="8036272" y="2030928"/>
                  </a:lnTo>
                  <a:lnTo>
                    <a:pt x="7998622" y="2050404"/>
                  </a:lnTo>
                  <a:lnTo>
                    <a:pt x="7955279" y="205739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97279" y="5390388"/>
              <a:ext cx="878205" cy="878205"/>
            </a:xfrm>
            <a:custGeom>
              <a:avLst/>
              <a:gdLst/>
              <a:ahLst/>
              <a:cxnLst/>
              <a:rect l="l" t="t" r="r" b="b"/>
              <a:pathLst>
                <a:path w="878205" h="878204">
                  <a:moveTo>
                    <a:pt x="438911" y="877823"/>
                  </a:moveTo>
                  <a:lnTo>
                    <a:pt x="391086" y="875248"/>
                  </a:lnTo>
                  <a:lnTo>
                    <a:pt x="344752" y="867700"/>
                  </a:lnTo>
                  <a:lnTo>
                    <a:pt x="300179" y="855448"/>
                  </a:lnTo>
                  <a:lnTo>
                    <a:pt x="257632" y="838759"/>
                  </a:lnTo>
                  <a:lnTo>
                    <a:pt x="217381" y="817901"/>
                  </a:lnTo>
                  <a:lnTo>
                    <a:pt x="179693" y="793141"/>
                  </a:lnTo>
                  <a:lnTo>
                    <a:pt x="144835" y="764747"/>
                  </a:lnTo>
                  <a:lnTo>
                    <a:pt x="113076" y="732988"/>
                  </a:lnTo>
                  <a:lnTo>
                    <a:pt x="84682" y="698130"/>
                  </a:lnTo>
                  <a:lnTo>
                    <a:pt x="59922" y="660442"/>
                  </a:lnTo>
                  <a:lnTo>
                    <a:pt x="39064" y="620191"/>
                  </a:lnTo>
                  <a:lnTo>
                    <a:pt x="22375" y="577644"/>
                  </a:lnTo>
                  <a:lnTo>
                    <a:pt x="10123" y="533071"/>
                  </a:lnTo>
                  <a:lnTo>
                    <a:pt x="2575" y="486737"/>
                  </a:lnTo>
                  <a:lnTo>
                    <a:pt x="0" y="438911"/>
                  </a:lnTo>
                  <a:lnTo>
                    <a:pt x="2575" y="391086"/>
                  </a:lnTo>
                  <a:lnTo>
                    <a:pt x="10123" y="344753"/>
                  </a:lnTo>
                  <a:lnTo>
                    <a:pt x="22375" y="300179"/>
                  </a:lnTo>
                  <a:lnTo>
                    <a:pt x="39064" y="257632"/>
                  </a:lnTo>
                  <a:lnTo>
                    <a:pt x="59922" y="217381"/>
                  </a:lnTo>
                  <a:lnTo>
                    <a:pt x="84682" y="179693"/>
                  </a:lnTo>
                  <a:lnTo>
                    <a:pt x="113076" y="144835"/>
                  </a:lnTo>
                  <a:lnTo>
                    <a:pt x="144835" y="113076"/>
                  </a:lnTo>
                  <a:lnTo>
                    <a:pt x="179693" y="84682"/>
                  </a:lnTo>
                  <a:lnTo>
                    <a:pt x="217381" y="59922"/>
                  </a:lnTo>
                  <a:lnTo>
                    <a:pt x="257632" y="39064"/>
                  </a:lnTo>
                  <a:lnTo>
                    <a:pt x="300179" y="22375"/>
                  </a:lnTo>
                  <a:lnTo>
                    <a:pt x="344752" y="10123"/>
                  </a:lnTo>
                  <a:lnTo>
                    <a:pt x="391086" y="2575"/>
                  </a:lnTo>
                  <a:lnTo>
                    <a:pt x="438911" y="0"/>
                  </a:lnTo>
                  <a:lnTo>
                    <a:pt x="486737" y="2575"/>
                  </a:lnTo>
                  <a:lnTo>
                    <a:pt x="533070" y="10123"/>
                  </a:lnTo>
                  <a:lnTo>
                    <a:pt x="577644" y="22375"/>
                  </a:lnTo>
                  <a:lnTo>
                    <a:pt x="620191" y="39064"/>
                  </a:lnTo>
                  <a:lnTo>
                    <a:pt x="660442" y="59922"/>
                  </a:lnTo>
                  <a:lnTo>
                    <a:pt x="698130" y="84682"/>
                  </a:lnTo>
                  <a:lnTo>
                    <a:pt x="732988" y="113076"/>
                  </a:lnTo>
                  <a:lnTo>
                    <a:pt x="764747" y="144835"/>
                  </a:lnTo>
                  <a:lnTo>
                    <a:pt x="793141" y="179693"/>
                  </a:lnTo>
                  <a:lnTo>
                    <a:pt x="817901" y="217381"/>
                  </a:lnTo>
                  <a:lnTo>
                    <a:pt x="838759" y="257632"/>
                  </a:lnTo>
                  <a:lnTo>
                    <a:pt x="855448" y="300179"/>
                  </a:lnTo>
                  <a:lnTo>
                    <a:pt x="867700" y="344753"/>
                  </a:lnTo>
                  <a:lnTo>
                    <a:pt x="875248" y="391086"/>
                  </a:lnTo>
                  <a:lnTo>
                    <a:pt x="877823" y="438911"/>
                  </a:lnTo>
                  <a:lnTo>
                    <a:pt x="875248" y="486737"/>
                  </a:lnTo>
                  <a:lnTo>
                    <a:pt x="867700" y="533071"/>
                  </a:lnTo>
                  <a:lnTo>
                    <a:pt x="855448" y="577644"/>
                  </a:lnTo>
                  <a:lnTo>
                    <a:pt x="838759" y="620191"/>
                  </a:lnTo>
                  <a:lnTo>
                    <a:pt x="817901" y="660442"/>
                  </a:lnTo>
                  <a:lnTo>
                    <a:pt x="793141" y="698130"/>
                  </a:lnTo>
                  <a:lnTo>
                    <a:pt x="764747" y="732988"/>
                  </a:lnTo>
                  <a:lnTo>
                    <a:pt x="732988" y="764747"/>
                  </a:lnTo>
                  <a:lnTo>
                    <a:pt x="698130" y="793141"/>
                  </a:lnTo>
                  <a:lnTo>
                    <a:pt x="660442" y="817901"/>
                  </a:lnTo>
                  <a:lnTo>
                    <a:pt x="620191" y="838759"/>
                  </a:lnTo>
                  <a:lnTo>
                    <a:pt x="577644" y="855448"/>
                  </a:lnTo>
                  <a:lnTo>
                    <a:pt x="533070" y="867700"/>
                  </a:lnTo>
                  <a:lnTo>
                    <a:pt x="486737" y="875248"/>
                  </a:lnTo>
                  <a:lnTo>
                    <a:pt x="438911" y="877823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2616" y="5495724"/>
              <a:ext cx="667130" cy="66713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181859" y="5074030"/>
            <a:ext cx="3927475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31B4D"/>
                </a:solidFill>
                <a:latin typeface="Cambria"/>
                <a:cs typeface="Cambria"/>
              </a:rPr>
              <a:t>Functions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Modular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operations</a:t>
            </a:r>
            <a:r>
              <a:rPr dirty="0" sz="1850" spc="5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for</a:t>
            </a:r>
            <a:r>
              <a:rPr dirty="0" sz="1850" spc="4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each</a:t>
            </a:r>
            <a:r>
              <a:rPr dirty="0" sz="1850" spc="5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library</a:t>
            </a:r>
            <a:r>
              <a:rPr dirty="0" sz="1850" spc="5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 spc="-20">
                <a:solidFill>
                  <a:srgbClr val="444F6A"/>
                </a:solidFill>
                <a:latin typeface="Calibri"/>
                <a:cs typeface="Calibri"/>
              </a:rPr>
              <a:t>task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532619" y="4800600"/>
            <a:ext cx="8092440" cy="2057400"/>
            <a:chOff x="9532619" y="4800600"/>
            <a:chExt cx="8092440" cy="2057400"/>
          </a:xfrm>
        </p:grpSpPr>
        <p:sp>
          <p:nvSpPr>
            <p:cNvPr id="22" name="object 22"/>
            <p:cNvSpPr/>
            <p:nvPr/>
          </p:nvSpPr>
          <p:spPr>
            <a:xfrm>
              <a:off x="9532619" y="4800600"/>
              <a:ext cx="8092440" cy="2057400"/>
            </a:xfrm>
            <a:custGeom>
              <a:avLst/>
              <a:gdLst/>
              <a:ahLst/>
              <a:cxnLst/>
              <a:rect l="l" t="t" r="r" b="b"/>
              <a:pathLst>
                <a:path w="8092440" h="2057400">
                  <a:moveTo>
                    <a:pt x="7955279" y="2057399"/>
                  </a:moveTo>
                  <a:lnTo>
                    <a:pt x="137159" y="2057399"/>
                  </a:lnTo>
                  <a:lnTo>
                    <a:pt x="93817" y="2050404"/>
                  </a:lnTo>
                  <a:lnTo>
                    <a:pt x="56167" y="2030928"/>
                  </a:lnTo>
                  <a:lnTo>
                    <a:pt x="26471" y="2001233"/>
                  </a:lnTo>
                  <a:lnTo>
                    <a:pt x="6995" y="1963582"/>
                  </a:lnTo>
                  <a:lnTo>
                    <a:pt x="0" y="1920239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7955279" y="0"/>
                  </a:lnTo>
                  <a:lnTo>
                    <a:pt x="7998622" y="6995"/>
                  </a:lnTo>
                  <a:lnTo>
                    <a:pt x="8036272" y="26471"/>
                  </a:lnTo>
                  <a:lnTo>
                    <a:pt x="8065968" y="56167"/>
                  </a:lnTo>
                  <a:lnTo>
                    <a:pt x="8085444" y="93817"/>
                  </a:lnTo>
                  <a:lnTo>
                    <a:pt x="8092439" y="137159"/>
                  </a:lnTo>
                  <a:lnTo>
                    <a:pt x="8092439" y="1920239"/>
                  </a:lnTo>
                  <a:lnTo>
                    <a:pt x="8085444" y="1963582"/>
                  </a:lnTo>
                  <a:lnTo>
                    <a:pt x="8065968" y="2001233"/>
                  </a:lnTo>
                  <a:lnTo>
                    <a:pt x="8036272" y="2030928"/>
                  </a:lnTo>
                  <a:lnTo>
                    <a:pt x="7998622" y="2050404"/>
                  </a:lnTo>
                  <a:lnTo>
                    <a:pt x="7955279" y="205739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875519" y="5390388"/>
              <a:ext cx="878205" cy="878205"/>
            </a:xfrm>
            <a:custGeom>
              <a:avLst/>
              <a:gdLst/>
              <a:ahLst/>
              <a:cxnLst/>
              <a:rect l="l" t="t" r="r" b="b"/>
              <a:pathLst>
                <a:path w="878204" h="878204">
                  <a:moveTo>
                    <a:pt x="438911" y="877823"/>
                  </a:moveTo>
                  <a:lnTo>
                    <a:pt x="391086" y="875248"/>
                  </a:lnTo>
                  <a:lnTo>
                    <a:pt x="344753" y="867700"/>
                  </a:lnTo>
                  <a:lnTo>
                    <a:pt x="300179" y="855448"/>
                  </a:lnTo>
                  <a:lnTo>
                    <a:pt x="257632" y="838759"/>
                  </a:lnTo>
                  <a:lnTo>
                    <a:pt x="217381" y="817901"/>
                  </a:lnTo>
                  <a:lnTo>
                    <a:pt x="179693" y="793141"/>
                  </a:lnTo>
                  <a:lnTo>
                    <a:pt x="144835" y="764747"/>
                  </a:lnTo>
                  <a:lnTo>
                    <a:pt x="113076" y="732988"/>
                  </a:lnTo>
                  <a:lnTo>
                    <a:pt x="84682" y="698130"/>
                  </a:lnTo>
                  <a:lnTo>
                    <a:pt x="59922" y="660442"/>
                  </a:lnTo>
                  <a:lnTo>
                    <a:pt x="39064" y="620191"/>
                  </a:lnTo>
                  <a:lnTo>
                    <a:pt x="22375" y="577644"/>
                  </a:lnTo>
                  <a:lnTo>
                    <a:pt x="10123" y="533071"/>
                  </a:lnTo>
                  <a:lnTo>
                    <a:pt x="2575" y="486737"/>
                  </a:lnTo>
                  <a:lnTo>
                    <a:pt x="0" y="438911"/>
                  </a:lnTo>
                  <a:lnTo>
                    <a:pt x="2575" y="391086"/>
                  </a:lnTo>
                  <a:lnTo>
                    <a:pt x="10123" y="344753"/>
                  </a:lnTo>
                  <a:lnTo>
                    <a:pt x="22375" y="300179"/>
                  </a:lnTo>
                  <a:lnTo>
                    <a:pt x="39064" y="257632"/>
                  </a:lnTo>
                  <a:lnTo>
                    <a:pt x="59922" y="217381"/>
                  </a:lnTo>
                  <a:lnTo>
                    <a:pt x="84682" y="179693"/>
                  </a:lnTo>
                  <a:lnTo>
                    <a:pt x="113076" y="144835"/>
                  </a:lnTo>
                  <a:lnTo>
                    <a:pt x="144835" y="113076"/>
                  </a:lnTo>
                  <a:lnTo>
                    <a:pt x="179693" y="84682"/>
                  </a:lnTo>
                  <a:lnTo>
                    <a:pt x="217381" y="59922"/>
                  </a:lnTo>
                  <a:lnTo>
                    <a:pt x="257632" y="39064"/>
                  </a:lnTo>
                  <a:lnTo>
                    <a:pt x="300179" y="22375"/>
                  </a:lnTo>
                  <a:lnTo>
                    <a:pt x="344753" y="10123"/>
                  </a:lnTo>
                  <a:lnTo>
                    <a:pt x="391086" y="2575"/>
                  </a:lnTo>
                  <a:lnTo>
                    <a:pt x="438911" y="0"/>
                  </a:lnTo>
                  <a:lnTo>
                    <a:pt x="486737" y="2575"/>
                  </a:lnTo>
                  <a:lnTo>
                    <a:pt x="533071" y="10123"/>
                  </a:lnTo>
                  <a:lnTo>
                    <a:pt x="577644" y="22375"/>
                  </a:lnTo>
                  <a:lnTo>
                    <a:pt x="620191" y="39064"/>
                  </a:lnTo>
                  <a:lnTo>
                    <a:pt x="660442" y="59922"/>
                  </a:lnTo>
                  <a:lnTo>
                    <a:pt x="698130" y="84682"/>
                  </a:lnTo>
                  <a:lnTo>
                    <a:pt x="732988" y="113076"/>
                  </a:lnTo>
                  <a:lnTo>
                    <a:pt x="764747" y="144835"/>
                  </a:lnTo>
                  <a:lnTo>
                    <a:pt x="793141" y="179693"/>
                  </a:lnTo>
                  <a:lnTo>
                    <a:pt x="817901" y="217381"/>
                  </a:lnTo>
                  <a:lnTo>
                    <a:pt x="838759" y="257632"/>
                  </a:lnTo>
                  <a:lnTo>
                    <a:pt x="855448" y="300179"/>
                  </a:lnTo>
                  <a:lnTo>
                    <a:pt x="867700" y="344753"/>
                  </a:lnTo>
                  <a:lnTo>
                    <a:pt x="875248" y="391086"/>
                  </a:lnTo>
                  <a:lnTo>
                    <a:pt x="877823" y="438911"/>
                  </a:lnTo>
                  <a:lnTo>
                    <a:pt x="875248" y="486737"/>
                  </a:lnTo>
                  <a:lnTo>
                    <a:pt x="867700" y="533071"/>
                  </a:lnTo>
                  <a:lnTo>
                    <a:pt x="855448" y="577644"/>
                  </a:lnTo>
                  <a:lnTo>
                    <a:pt x="838759" y="620191"/>
                  </a:lnTo>
                  <a:lnTo>
                    <a:pt x="817901" y="660442"/>
                  </a:lnTo>
                  <a:lnTo>
                    <a:pt x="793141" y="698130"/>
                  </a:lnTo>
                  <a:lnTo>
                    <a:pt x="764747" y="732988"/>
                  </a:lnTo>
                  <a:lnTo>
                    <a:pt x="732988" y="764747"/>
                  </a:lnTo>
                  <a:lnTo>
                    <a:pt x="698130" y="793141"/>
                  </a:lnTo>
                  <a:lnTo>
                    <a:pt x="660442" y="817901"/>
                  </a:lnTo>
                  <a:lnTo>
                    <a:pt x="620191" y="838759"/>
                  </a:lnTo>
                  <a:lnTo>
                    <a:pt x="577644" y="855448"/>
                  </a:lnTo>
                  <a:lnTo>
                    <a:pt x="533071" y="867700"/>
                  </a:lnTo>
                  <a:lnTo>
                    <a:pt x="486737" y="875248"/>
                  </a:lnTo>
                  <a:lnTo>
                    <a:pt x="438911" y="877823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0856" y="5495724"/>
              <a:ext cx="667130" cy="66713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0960099" y="5074030"/>
            <a:ext cx="4692650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31B4D"/>
                </a:solidFill>
                <a:latin typeface="Cambria"/>
                <a:cs typeface="Cambria"/>
              </a:rPr>
              <a:t>Loops &amp; </a:t>
            </a:r>
            <a:r>
              <a:rPr dirty="0" sz="2400" spc="-10" b="1">
                <a:solidFill>
                  <a:srgbClr val="131B4D"/>
                </a:solidFill>
                <a:latin typeface="Cambria"/>
                <a:cs typeface="Cambria"/>
              </a:rPr>
              <a:t>Conditionals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Traversing</a:t>
            </a:r>
            <a:r>
              <a:rPr dirty="0" sz="1850" spc="5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records</a:t>
            </a:r>
            <a:r>
              <a:rPr dirty="0" sz="1850" spc="5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and</a:t>
            </a:r>
            <a:r>
              <a:rPr dirty="0" sz="1850" spc="5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controlling</a:t>
            </a:r>
            <a:r>
              <a:rPr dirty="0" sz="1850" spc="5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program</a:t>
            </a:r>
            <a:r>
              <a:rPr dirty="0" sz="1850" spc="5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 spc="-20">
                <a:solidFill>
                  <a:srgbClr val="444F6A"/>
                </a:solidFill>
                <a:latin typeface="Calibri"/>
                <a:cs typeface="Calibri"/>
              </a:rPr>
              <a:t>flow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4379" y="7063740"/>
            <a:ext cx="8092440" cy="2057400"/>
            <a:chOff x="754379" y="7063740"/>
            <a:chExt cx="8092440" cy="2057400"/>
          </a:xfrm>
        </p:grpSpPr>
        <p:sp>
          <p:nvSpPr>
            <p:cNvPr id="27" name="object 27"/>
            <p:cNvSpPr/>
            <p:nvPr/>
          </p:nvSpPr>
          <p:spPr>
            <a:xfrm>
              <a:off x="754379" y="7063740"/>
              <a:ext cx="8092440" cy="2057400"/>
            </a:xfrm>
            <a:custGeom>
              <a:avLst/>
              <a:gdLst/>
              <a:ahLst/>
              <a:cxnLst/>
              <a:rect l="l" t="t" r="r" b="b"/>
              <a:pathLst>
                <a:path w="8092440" h="2057400">
                  <a:moveTo>
                    <a:pt x="7955279" y="2057399"/>
                  </a:moveTo>
                  <a:lnTo>
                    <a:pt x="137160" y="2057399"/>
                  </a:lnTo>
                  <a:lnTo>
                    <a:pt x="93817" y="2050404"/>
                  </a:lnTo>
                  <a:lnTo>
                    <a:pt x="56167" y="2030928"/>
                  </a:lnTo>
                  <a:lnTo>
                    <a:pt x="26471" y="2001233"/>
                  </a:lnTo>
                  <a:lnTo>
                    <a:pt x="6995" y="1963582"/>
                  </a:lnTo>
                  <a:lnTo>
                    <a:pt x="0" y="1920239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7955279" y="0"/>
                  </a:lnTo>
                  <a:lnTo>
                    <a:pt x="7998622" y="6995"/>
                  </a:lnTo>
                  <a:lnTo>
                    <a:pt x="8036272" y="26471"/>
                  </a:lnTo>
                  <a:lnTo>
                    <a:pt x="8065968" y="56167"/>
                  </a:lnTo>
                  <a:lnTo>
                    <a:pt x="8085444" y="93817"/>
                  </a:lnTo>
                  <a:lnTo>
                    <a:pt x="8092439" y="137159"/>
                  </a:lnTo>
                  <a:lnTo>
                    <a:pt x="8092439" y="1920239"/>
                  </a:lnTo>
                  <a:lnTo>
                    <a:pt x="8085444" y="1963582"/>
                  </a:lnTo>
                  <a:lnTo>
                    <a:pt x="8065968" y="2001233"/>
                  </a:lnTo>
                  <a:lnTo>
                    <a:pt x="8036272" y="2030928"/>
                  </a:lnTo>
                  <a:lnTo>
                    <a:pt x="7998622" y="2050404"/>
                  </a:lnTo>
                  <a:lnTo>
                    <a:pt x="7955279" y="205739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97279" y="7653528"/>
              <a:ext cx="878205" cy="878205"/>
            </a:xfrm>
            <a:custGeom>
              <a:avLst/>
              <a:gdLst/>
              <a:ahLst/>
              <a:cxnLst/>
              <a:rect l="l" t="t" r="r" b="b"/>
              <a:pathLst>
                <a:path w="878205" h="878204">
                  <a:moveTo>
                    <a:pt x="438911" y="877823"/>
                  </a:moveTo>
                  <a:lnTo>
                    <a:pt x="391086" y="875248"/>
                  </a:lnTo>
                  <a:lnTo>
                    <a:pt x="344752" y="867700"/>
                  </a:lnTo>
                  <a:lnTo>
                    <a:pt x="300179" y="855448"/>
                  </a:lnTo>
                  <a:lnTo>
                    <a:pt x="257632" y="838759"/>
                  </a:lnTo>
                  <a:lnTo>
                    <a:pt x="217381" y="817901"/>
                  </a:lnTo>
                  <a:lnTo>
                    <a:pt x="179693" y="793141"/>
                  </a:lnTo>
                  <a:lnTo>
                    <a:pt x="144835" y="764747"/>
                  </a:lnTo>
                  <a:lnTo>
                    <a:pt x="113076" y="732988"/>
                  </a:lnTo>
                  <a:lnTo>
                    <a:pt x="84682" y="698130"/>
                  </a:lnTo>
                  <a:lnTo>
                    <a:pt x="59922" y="660442"/>
                  </a:lnTo>
                  <a:lnTo>
                    <a:pt x="39064" y="620191"/>
                  </a:lnTo>
                  <a:lnTo>
                    <a:pt x="22375" y="577644"/>
                  </a:lnTo>
                  <a:lnTo>
                    <a:pt x="10123" y="533071"/>
                  </a:lnTo>
                  <a:lnTo>
                    <a:pt x="2575" y="486737"/>
                  </a:lnTo>
                  <a:lnTo>
                    <a:pt x="0" y="438911"/>
                  </a:lnTo>
                  <a:lnTo>
                    <a:pt x="2575" y="391086"/>
                  </a:lnTo>
                  <a:lnTo>
                    <a:pt x="10123" y="344753"/>
                  </a:lnTo>
                  <a:lnTo>
                    <a:pt x="22375" y="300179"/>
                  </a:lnTo>
                  <a:lnTo>
                    <a:pt x="39064" y="257632"/>
                  </a:lnTo>
                  <a:lnTo>
                    <a:pt x="59922" y="217381"/>
                  </a:lnTo>
                  <a:lnTo>
                    <a:pt x="84682" y="179693"/>
                  </a:lnTo>
                  <a:lnTo>
                    <a:pt x="113076" y="144835"/>
                  </a:lnTo>
                  <a:lnTo>
                    <a:pt x="144835" y="113076"/>
                  </a:lnTo>
                  <a:lnTo>
                    <a:pt x="179693" y="84682"/>
                  </a:lnTo>
                  <a:lnTo>
                    <a:pt x="217381" y="59922"/>
                  </a:lnTo>
                  <a:lnTo>
                    <a:pt x="257632" y="39064"/>
                  </a:lnTo>
                  <a:lnTo>
                    <a:pt x="300179" y="22375"/>
                  </a:lnTo>
                  <a:lnTo>
                    <a:pt x="344752" y="10123"/>
                  </a:lnTo>
                  <a:lnTo>
                    <a:pt x="391086" y="2575"/>
                  </a:lnTo>
                  <a:lnTo>
                    <a:pt x="438911" y="0"/>
                  </a:lnTo>
                  <a:lnTo>
                    <a:pt x="486737" y="2575"/>
                  </a:lnTo>
                  <a:lnTo>
                    <a:pt x="533070" y="10123"/>
                  </a:lnTo>
                  <a:lnTo>
                    <a:pt x="577644" y="22375"/>
                  </a:lnTo>
                  <a:lnTo>
                    <a:pt x="620191" y="39064"/>
                  </a:lnTo>
                  <a:lnTo>
                    <a:pt x="660442" y="59922"/>
                  </a:lnTo>
                  <a:lnTo>
                    <a:pt x="698130" y="84682"/>
                  </a:lnTo>
                  <a:lnTo>
                    <a:pt x="732988" y="113076"/>
                  </a:lnTo>
                  <a:lnTo>
                    <a:pt x="764747" y="144835"/>
                  </a:lnTo>
                  <a:lnTo>
                    <a:pt x="793141" y="179693"/>
                  </a:lnTo>
                  <a:lnTo>
                    <a:pt x="817901" y="217381"/>
                  </a:lnTo>
                  <a:lnTo>
                    <a:pt x="838759" y="257632"/>
                  </a:lnTo>
                  <a:lnTo>
                    <a:pt x="855448" y="300179"/>
                  </a:lnTo>
                  <a:lnTo>
                    <a:pt x="867700" y="344753"/>
                  </a:lnTo>
                  <a:lnTo>
                    <a:pt x="875248" y="391086"/>
                  </a:lnTo>
                  <a:lnTo>
                    <a:pt x="877823" y="438911"/>
                  </a:lnTo>
                  <a:lnTo>
                    <a:pt x="875248" y="486737"/>
                  </a:lnTo>
                  <a:lnTo>
                    <a:pt x="867700" y="533071"/>
                  </a:lnTo>
                  <a:lnTo>
                    <a:pt x="855448" y="577644"/>
                  </a:lnTo>
                  <a:lnTo>
                    <a:pt x="838759" y="620191"/>
                  </a:lnTo>
                  <a:lnTo>
                    <a:pt x="817901" y="660442"/>
                  </a:lnTo>
                  <a:lnTo>
                    <a:pt x="793141" y="698130"/>
                  </a:lnTo>
                  <a:lnTo>
                    <a:pt x="764747" y="732988"/>
                  </a:lnTo>
                  <a:lnTo>
                    <a:pt x="732988" y="764747"/>
                  </a:lnTo>
                  <a:lnTo>
                    <a:pt x="698130" y="793141"/>
                  </a:lnTo>
                  <a:lnTo>
                    <a:pt x="660442" y="817901"/>
                  </a:lnTo>
                  <a:lnTo>
                    <a:pt x="620191" y="838759"/>
                  </a:lnTo>
                  <a:lnTo>
                    <a:pt x="577644" y="855448"/>
                  </a:lnTo>
                  <a:lnTo>
                    <a:pt x="533070" y="867700"/>
                  </a:lnTo>
                  <a:lnTo>
                    <a:pt x="486737" y="875248"/>
                  </a:lnTo>
                  <a:lnTo>
                    <a:pt x="438911" y="877823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2616" y="7758864"/>
              <a:ext cx="667130" cy="66713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181859" y="7337170"/>
            <a:ext cx="3748404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31B4D"/>
                </a:solidFill>
                <a:latin typeface="Cambria"/>
                <a:cs typeface="Cambria"/>
              </a:rPr>
              <a:t>String</a:t>
            </a:r>
            <a:r>
              <a:rPr dirty="0" sz="2400" spc="-70" b="1">
                <a:solidFill>
                  <a:srgbClr val="131B4D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31B4D"/>
                </a:solidFill>
                <a:latin typeface="Cambria"/>
                <a:cs typeface="Cambria"/>
              </a:rPr>
              <a:t>Handling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fgets()</a:t>
            </a:r>
            <a:r>
              <a:rPr dirty="0" sz="1850" spc="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and</a:t>
            </a:r>
            <a:r>
              <a:rPr dirty="0" sz="1850" spc="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strcspn()</a:t>
            </a:r>
            <a:r>
              <a:rPr dirty="0" sz="1850" spc="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for</a:t>
            </a:r>
            <a:r>
              <a:rPr dirty="0" sz="1850" spc="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safe</a:t>
            </a:r>
            <a:r>
              <a:rPr dirty="0" sz="1850" spc="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text</a:t>
            </a:r>
            <a:r>
              <a:rPr dirty="0" sz="1850" spc="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444F6A"/>
                </a:solidFill>
                <a:latin typeface="Calibri"/>
                <a:cs typeface="Calibri"/>
              </a:rPr>
              <a:t>input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532619" y="7063740"/>
            <a:ext cx="8092440" cy="2057400"/>
            <a:chOff x="9532619" y="7063740"/>
            <a:chExt cx="8092440" cy="2057400"/>
          </a:xfrm>
        </p:grpSpPr>
        <p:sp>
          <p:nvSpPr>
            <p:cNvPr id="32" name="object 32"/>
            <p:cNvSpPr/>
            <p:nvPr/>
          </p:nvSpPr>
          <p:spPr>
            <a:xfrm>
              <a:off x="9532619" y="7063740"/>
              <a:ext cx="8092440" cy="2057400"/>
            </a:xfrm>
            <a:custGeom>
              <a:avLst/>
              <a:gdLst/>
              <a:ahLst/>
              <a:cxnLst/>
              <a:rect l="l" t="t" r="r" b="b"/>
              <a:pathLst>
                <a:path w="8092440" h="2057400">
                  <a:moveTo>
                    <a:pt x="7955279" y="2057399"/>
                  </a:moveTo>
                  <a:lnTo>
                    <a:pt x="137159" y="2057399"/>
                  </a:lnTo>
                  <a:lnTo>
                    <a:pt x="93817" y="2050404"/>
                  </a:lnTo>
                  <a:lnTo>
                    <a:pt x="56167" y="2030928"/>
                  </a:lnTo>
                  <a:lnTo>
                    <a:pt x="26471" y="2001233"/>
                  </a:lnTo>
                  <a:lnTo>
                    <a:pt x="6995" y="1963582"/>
                  </a:lnTo>
                  <a:lnTo>
                    <a:pt x="0" y="1920239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7955279" y="0"/>
                  </a:lnTo>
                  <a:lnTo>
                    <a:pt x="7998622" y="6995"/>
                  </a:lnTo>
                  <a:lnTo>
                    <a:pt x="8036272" y="26471"/>
                  </a:lnTo>
                  <a:lnTo>
                    <a:pt x="8065968" y="56167"/>
                  </a:lnTo>
                  <a:lnTo>
                    <a:pt x="8085444" y="93817"/>
                  </a:lnTo>
                  <a:lnTo>
                    <a:pt x="8092439" y="137159"/>
                  </a:lnTo>
                  <a:lnTo>
                    <a:pt x="8092439" y="1920239"/>
                  </a:lnTo>
                  <a:lnTo>
                    <a:pt x="8085444" y="1963582"/>
                  </a:lnTo>
                  <a:lnTo>
                    <a:pt x="8065968" y="2001233"/>
                  </a:lnTo>
                  <a:lnTo>
                    <a:pt x="8036272" y="2030928"/>
                  </a:lnTo>
                  <a:lnTo>
                    <a:pt x="7998622" y="2050404"/>
                  </a:lnTo>
                  <a:lnTo>
                    <a:pt x="7955279" y="2057399"/>
                  </a:lnTo>
                  <a:close/>
                </a:path>
              </a:pathLst>
            </a:custGeom>
            <a:solidFill>
              <a:srgbClr val="F4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875519" y="7653528"/>
              <a:ext cx="878205" cy="878205"/>
            </a:xfrm>
            <a:custGeom>
              <a:avLst/>
              <a:gdLst/>
              <a:ahLst/>
              <a:cxnLst/>
              <a:rect l="l" t="t" r="r" b="b"/>
              <a:pathLst>
                <a:path w="878204" h="878204">
                  <a:moveTo>
                    <a:pt x="438911" y="877823"/>
                  </a:moveTo>
                  <a:lnTo>
                    <a:pt x="391086" y="875248"/>
                  </a:lnTo>
                  <a:lnTo>
                    <a:pt x="344753" y="867700"/>
                  </a:lnTo>
                  <a:lnTo>
                    <a:pt x="300179" y="855448"/>
                  </a:lnTo>
                  <a:lnTo>
                    <a:pt x="257632" y="838759"/>
                  </a:lnTo>
                  <a:lnTo>
                    <a:pt x="217381" y="817901"/>
                  </a:lnTo>
                  <a:lnTo>
                    <a:pt x="179693" y="793141"/>
                  </a:lnTo>
                  <a:lnTo>
                    <a:pt x="144835" y="764747"/>
                  </a:lnTo>
                  <a:lnTo>
                    <a:pt x="113076" y="732988"/>
                  </a:lnTo>
                  <a:lnTo>
                    <a:pt x="84682" y="698130"/>
                  </a:lnTo>
                  <a:lnTo>
                    <a:pt x="59922" y="660442"/>
                  </a:lnTo>
                  <a:lnTo>
                    <a:pt x="39064" y="620191"/>
                  </a:lnTo>
                  <a:lnTo>
                    <a:pt x="22375" y="577644"/>
                  </a:lnTo>
                  <a:lnTo>
                    <a:pt x="10123" y="533071"/>
                  </a:lnTo>
                  <a:lnTo>
                    <a:pt x="2575" y="486737"/>
                  </a:lnTo>
                  <a:lnTo>
                    <a:pt x="0" y="438911"/>
                  </a:lnTo>
                  <a:lnTo>
                    <a:pt x="2575" y="391086"/>
                  </a:lnTo>
                  <a:lnTo>
                    <a:pt x="10123" y="344753"/>
                  </a:lnTo>
                  <a:lnTo>
                    <a:pt x="22375" y="300179"/>
                  </a:lnTo>
                  <a:lnTo>
                    <a:pt x="39064" y="257632"/>
                  </a:lnTo>
                  <a:lnTo>
                    <a:pt x="59922" y="217381"/>
                  </a:lnTo>
                  <a:lnTo>
                    <a:pt x="84682" y="179693"/>
                  </a:lnTo>
                  <a:lnTo>
                    <a:pt x="113076" y="144835"/>
                  </a:lnTo>
                  <a:lnTo>
                    <a:pt x="144835" y="113076"/>
                  </a:lnTo>
                  <a:lnTo>
                    <a:pt x="179693" y="84682"/>
                  </a:lnTo>
                  <a:lnTo>
                    <a:pt x="217381" y="59922"/>
                  </a:lnTo>
                  <a:lnTo>
                    <a:pt x="257632" y="39064"/>
                  </a:lnTo>
                  <a:lnTo>
                    <a:pt x="300179" y="22375"/>
                  </a:lnTo>
                  <a:lnTo>
                    <a:pt x="344753" y="10123"/>
                  </a:lnTo>
                  <a:lnTo>
                    <a:pt x="391086" y="2575"/>
                  </a:lnTo>
                  <a:lnTo>
                    <a:pt x="438911" y="0"/>
                  </a:lnTo>
                  <a:lnTo>
                    <a:pt x="486737" y="2575"/>
                  </a:lnTo>
                  <a:lnTo>
                    <a:pt x="533071" y="10123"/>
                  </a:lnTo>
                  <a:lnTo>
                    <a:pt x="577644" y="22375"/>
                  </a:lnTo>
                  <a:lnTo>
                    <a:pt x="620191" y="39064"/>
                  </a:lnTo>
                  <a:lnTo>
                    <a:pt x="660442" y="59922"/>
                  </a:lnTo>
                  <a:lnTo>
                    <a:pt x="698130" y="84682"/>
                  </a:lnTo>
                  <a:lnTo>
                    <a:pt x="732988" y="113076"/>
                  </a:lnTo>
                  <a:lnTo>
                    <a:pt x="764747" y="144835"/>
                  </a:lnTo>
                  <a:lnTo>
                    <a:pt x="793141" y="179693"/>
                  </a:lnTo>
                  <a:lnTo>
                    <a:pt x="817901" y="217381"/>
                  </a:lnTo>
                  <a:lnTo>
                    <a:pt x="838759" y="257632"/>
                  </a:lnTo>
                  <a:lnTo>
                    <a:pt x="855448" y="300179"/>
                  </a:lnTo>
                  <a:lnTo>
                    <a:pt x="867700" y="344753"/>
                  </a:lnTo>
                  <a:lnTo>
                    <a:pt x="875248" y="391086"/>
                  </a:lnTo>
                  <a:lnTo>
                    <a:pt x="877823" y="438911"/>
                  </a:lnTo>
                  <a:lnTo>
                    <a:pt x="875248" y="486737"/>
                  </a:lnTo>
                  <a:lnTo>
                    <a:pt x="867700" y="533071"/>
                  </a:lnTo>
                  <a:lnTo>
                    <a:pt x="855448" y="577644"/>
                  </a:lnTo>
                  <a:lnTo>
                    <a:pt x="838759" y="620191"/>
                  </a:lnTo>
                  <a:lnTo>
                    <a:pt x="817901" y="660442"/>
                  </a:lnTo>
                  <a:lnTo>
                    <a:pt x="793141" y="698130"/>
                  </a:lnTo>
                  <a:lnTo>
                    <a:pt x="764747" y="732988"/>
                  </a:lnTo>
                  <a:lnTo>
                    <a:pt x="732988" y="764747"/>
                  </a:lnTo>
                  <a:lnTo>
                    <a:pt x="698130" y="793141"/>
                  </a:lnTo>
                  <a:lnTo>
                    <a:pt x="660442" y="817901"/>
                  </a:lnTo>
                  <a:lnTo>
                    <a:pt x="620191" y="838759"/>
                  </a:lnTo>
                  <a:lnTo>
                    <a:pt x="577644" y="855448"/>
                  </a:lnTo>
                  <a:lnTo>
                    <a:pt x="533071" y="867700"/>
                  </a:lnTo>
                  <a:lnTo>
                    <a:pt x="486737" y="875248"/>
                  </a:lnTo>
                  <a:lnTo>
                    <a:pt x="438911" y="877823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0856" y="7758864"/>
              <a:ext cx="667130" cy="66713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0960099" y="7337170"/>
            <a:ext cx="4316730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31B4D"/>
                </a:solidFill>
                <a:latin typeface="Cambria"/>
                <a:cs typeface="Cambria"/>
              </a:rPr>
              <a:t>Input</a:t>
            </a:r>
            <a:r>
              <a:rPr dirty="0" sz="2400" spc="-65" b="1">
                <a:solidFill>
                  <a:srgbClr val="131B4D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131B4D"/>
                </a:solidFill>
                <a:latin typeface="Cambria"/>
                <a:cs typeface="Cambria"/>
              </a:rPr>
              <a:t>Validation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Prevents</a:t>
            </a:r>
            <a:r>
              <a:rPr dirty="0" sz="1850" spc="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duplicate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Book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IDs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and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444F6A"/>
                </a:solidFill>
                <a:latin typeface="Calibri"/>
                <a:cs typeface="Calibri"/>
              </a:rPr>
              <a:t>invalid</a:t>
            </a:r>
            <a:r>
              <a:rPr dirty="0" sz="1850" spc="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1850" spc="-20">
                <a:solidFill>
                  <a:srgbClr val="444F6A"/>
                </a:solidFill>
                <a:latin typeface="Calibri"/>
                <a:cs typeface="Calibri"/>
              </a:rPr>
              <a:t>data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 </a:t>
            </a:r>
            <a:r>
              <a:rPr dirty="0" spc="-20"/>
              <a:t>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37953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Six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functions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drive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the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entire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program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4379" y="2537459"/>
          <a:ext cx="16880205" cy="599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1840"/>
                <a:gridCol w="13511530"/>
              </a:tblGrid>
              <a:tr h="987425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75"/>
                        </a:spcBef>
                      </a:pPr>
                      <a:r>
                        <a:rPr dirty="0" sz="2150" spc="-10" b="1">
                          <a:solidFill>
                            <a:srgbClr val="1D2661"/>
                          </a:solidFill>
                          <a:latin typeface="Courier New"/>
                          <a:cs typeface="Courier New"/>
                        </a:rPr>
                        <a:t>findId()</a:t>
                      </a:r>
                      <a:endParaRPr sz="2150">
                        <a:latin typeface="Courier New"/>
                        <a:cs typeface="Courier New"/>
                      </a:endParaRPr>
                    </a:p>
                  </a:txBody>
                  <a:tcPr marL="0" marR="0" marB="0" marT="288925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90905">
                        <a:lnSpc>
                          <a:spcPct val="100000"/>
                        </a:lnSpc>
                      </a:pP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Searches</a:t>
                      </a:r>
                      <a:r>
                        <a:rPr dirty="0" sz="2000" spc="2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2000" spc="2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index.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solidFill>
                      <a:srgbClr val="F4F5FB"/>
                    </a:solidFill>
                  </a:tcPr>
                </a:tc>
              </a:tr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411480">
                        <a:lnSpc>
                          <a:spcPct val="100000"/>
                        </a:lnSpc>
                      </a:pPr>
                      <a:r>
                        <a:rPr dirty="0" sz="2150" spc="-10" b="1">
                          <a:solidFill>
                            <a:srgbClr val="1D2661"/>
                          </a:solidFill>
                          <a:latin typeface="Courier New"/>
                          <a:cs typeface="Courier New"/>
                        </a:rPr>
                        <a:t>addBook()</a:t>
                      </a:r>
                      <a:endParaRPr sz="2150">
                        <a:latin typeface="Courier New"/>
                        <a:cs typeface="Courier New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90905">
                        <a:lnSpc>
                          <a:spcPct val="100000"/>
                        </a:lnSpc>
                      </a:pP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Adds</a:t>
                      </a:r>
                      <a:r>
                        <a:rPr dirty="0" sz="2000" spc="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validating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entered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details.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</a:tr>
              <a:tr h="987425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75"/>
                        </a:spcBef>
                      </a:pPr>
                      <a:r>
                        <a:rPr dirty="0" sz="2150" spc="-10" b="1">
                          <a:solidFill>
                            <a:srgbClr val="1D2661"/>
                          </a:solidFill>
                          <a:latin typeface="Courier New"/>
                          <a:cs typeface="Courier New"/>
                        </a:rPr>
                        <a:t>viewBook()</a:t>
                      </a:r>
                      <a:endParaRPr sz="2150">
                        <a:latin typeface="Courier New"/>
                        <a:cs typeface="Courier New"/>
                      </a:endParaRPr>
                    </a:p>
                  </a:txBody>
                  <a:tcPr marL="0" marR="0" marB="0" marT="288925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90905">
                        <a:lnSpc>
                          <a:spcPct val="100000"/>
                        </a:lnSpc>
                      </a:pP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Displays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available</a:t>
                      </a:r>
                      <a:r>
                        <a:rPr dirty="0" sz="2000" spc="3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records.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solidFill>
                      <a:srgbClr val="F4F5FB"/>
                    </a:solidFill>
                  </a:tcPr>
                </a:tc>
              </a:tr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411480">
                        <a:lnSpc>
                          <a:spcPct val="100000"/>
                        </a:lnSpc>
                      </a:pPr>
                      <a:r>
                        <a:rPr dirty="0" sz="2150" spc="-10" b="1">
                          <a:solidFill>
                            <a:srgbClr val="1D2661"/>
                          </a:solidFill>
                          <a:latin typeface="Courier New"/>
                          <a:cs typeface="Courier New"/>
                        </a:rPr>
                        <a:t>searchBook()</a:t>
                      </a:r>
                      <a:endParaRPr sz="2150">
                        <a:latin typeface="Courier New"/>
                        <a:cs typeface="Courier New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90905">
                        <a:lnSpc>
                          <a:spcPct val="100000"/>
                        </a:lnSpc>
                      </a:pP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Searches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displays</a:t>
                      </a:r>
                      <a:r>
                        <a:rPr dirty="0" sz="2000" spc="3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3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2000" spc="3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3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ID.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</a:tr>
              <a:tr h="987425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75"/>
                        </a:spcBef>
                      </a:pPr>
                      <a:r>
                        <a:rPr dirty="0" sz="2150" spc="-10" b="1">
                          <a:solidFill>
                            <a:srgbClr val="1D2661"/>
                          </a:solidFill>
                          <a:latin typeface="Courier New"/>
                          <a:cs typeface="Courier New"/>
                        </a:rPr>
                        <a:t>issueBook()</a:t>
                      </a:r>
                      <a:endParaRPr sz="2150">
                        <a:latin typeface="Courier New"/>
                        <a:cs typeface="Courier New"/>
                      </a:endParaRPr>
                    </a:p>
                  </a:txBody>
                  <a:tcPr marL="0" marR="0" marB="0" marT="288925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90905">
                        <a:lnSpc>
                          <a:spcPct val="100000"/>
                        </a:lnSpc>
                      </a:pP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Issues</a:t>
                      </a:r>
                      <a:r>
                        <a:rPr dirty="0" sz="2000" spc="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2000" spc="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decreasing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available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quantity.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solidFill>
                      <a:srgbClr val="F4F5FB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411480">
                        <a:lnSpc>
                          <a:spcPct val="100000"/>
                        </a:lnSpc>
                      </a:pPr>
                      <a:r>
                        <a:rPr dirty="0" sz="2150" spc="-10" b="1">
                          <a:solidFill>
                            <a:srgbClr val="1D2661"/>
                          </a:solidFill>
                          <a:latin typeface="Courier New"/>
                          <a:cs typeface="Courier New"/>
                        </a:rPr>
                        <a:t>returnBook()</a:t>
                      </a:r>
                      <a:endParaRPr sz="2150">
                        <a:latin typeface="Courier New"/>
                        <a:cs typeface="Courier New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90905">
                        <a:lnSpc>
                          <a:spcPct val="100000"/>
                        </a:lnSpc>
                      </a:pP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2000" spc="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2000" spc="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increasing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available</a:t>
                      </a:r>
                      <a:r>
                        <a:rPr dirty="0" sz="2000" spc="15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44F6A"/>
                          </a:solidFill>
                          <a:latin typeface="Calibri"/>
                          <a:cs typeface="Calibri"/>
                        </a:rPr>
                        <a:t>quantity.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41679" y="9098152"/>
            <a:ext cx="834644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main()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drives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it</a:t>
            </a:r>
            <a:r>
              <a:rPr dirty="0" sz="1850" spc="4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all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—</a:t>
            </a:r>
            <a:r>
              <a:rPr dirty="0" sz="1850" spc="4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displays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the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menu</a:t>
            </a:r>
            <a:r>
              <a:rPr dirty="0" sz="1850" spc="4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and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controls</a:t>
            </a:r>
            <a:r>
              <a:rPr dirty="0" sz="1850" spc="4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execution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via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a</a:t>
            </a:r>
            <a:r>
              <a:rPr dirty="0" sz="1850" spc="4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i="1">
                <a:solidFill>
                  <a:srgbClr val="6A7999"/>
                </a:solidFill>
                <a:latin typeface="Calibri"/>
                <a:cs typeface="Calibri"/>
              </a:rPr>
              <a:t>switch</a:t>
            </a:r>
            <a:r>
              <a:rPr dirty="0" sz="1850" spc="3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850" spc="-10" i="1">
                <a:solidFill>
                  <a:srgbClr val="6A7999"/>
                </a:solidFill>
                <a:latin typeface="Calibri"/>
                <a:cs typeface="Calibri"/>
              </a:rPr>
              <a:t>statement.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838959" y="355346"/>
            <a:ext cx="6588125" cy="1315085"/>
          </a:xfrm>
          <a:prstGeom prst="rect"/>
        </p:spPr>
        <p:txBody>
          <a:bodyPr wrap="square" lIns="0" tIns="277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dirty="0"/>
              <a:t>Mapping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Project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0"/>
              <a:t> CRUD</a:t>
            </a: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Every</a:t>
            </a:r>
            <a:r>
              <a:rPr dirty="0" sz="1950" spc="-15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library</a:t>
            </a:r>
            <a:r>
              <a:rPr dirty="0" sz="1950" spc="-10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operation</a:t>
            </a:r>
            <a:r>
              <a:rPr dirty="0" sz="1950" spc="-15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maps</a:t>
            </a:r>
            <a:r>
              <a:rPr dirty="0" sz="1950" spc="-10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to</a:t>
            </a:r>
            <a:r>
              <a:rPr dirty="0" sz="1950" spc="-10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a</a:t>
            </a:r>
            <a:r>
              <a:rPr dirty="0" sz="1950" spc="-15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classic</a:t>
            </a:r>
            <a:r>
              <a:rPr dirty="0" sz="1950" spc="-10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b="0" i="1">
                <a:solidFill>
                  <a:srgbClr val="6A7999"/>
                </a:solidFill>
                <a:latin typeface="Calibri"/>
                <a:cs typeface="Calibri"/>
              </a:rPr>
              <a:t>CRUD</a:t>
            </a:r>
            <a:r>
              <a:rPr dirty="0" sz="1950" spc="-15" b="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spc="-10" b="0" i="1">
                <a:solidFill>
                  <a:srgbClr val="6A7999"/>
                </a:solidFill>
                <a:latin typeface="Calibri"/>
                <a:cs typeface="Calibri"/>
              </a:rPr>
              <a:t>action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4379" y="2674619"/>
            <a:ext cx="4044950" cy="6309360"/>
            <a:chOff x="754379" y="2674619"/>
            <a:chExt cx="4044950" cy="6309360"/>
          </a:xfrm>
        </p:grpSpPr>
        <p:sp>
          <p:nvSpPr>
            <p:cNvPr id="5" name="object 5"/>
            <p:cNvSpPr/>
            <p:nvPr/>
          </p:nvSpPr>
          <p:spPr>
            <a:xfrm>
              <a:off x="754379" y="2674619"/>
              <a:ext cx="4044950" cy="6309360"/>
            </a:xfrm>
            <a:custGeom>
              <a:avLst/>
              <a:gdLst/>
              <a:ahLst/>
              <a:cxnLst/>
              <a:rect l="l" t="t" r="r" b="b"/>
              <a:pathLst>
                <a:path w="4044950" h="6309359">
                  <a:moveTo>
                    <a:pt x="3881627" y="6309359"/>
                  </a:moveTo>
                  <a:lnTo>
                    <a:pt x="164592" y="6309359"/>
                  </a:lnTo>
                  <a:lnTo>
                    <a:pt x="120848" y="6303478"/>
                  </a:lnTo>
                  <a:lnTo>
                    <a:pt x="81534" y="6286881"/>
                  </a:lnTo>
                  <a:lnTo>
                    <a:pt x="48220" y="6261139"/>
                  </a:lnTo>
                  <a:lnTo>
                    <a:pt x="22478" y="6227826"/>
                  </a:lnTo>
                  <a:lnTo>
                    <a:pt x="5881" y="6188511"/>
                  </a:lnTo>
                  <a:lnTo>
                    <a:pt x="0" y="6144768"/>
                  </a:lnTo>
                  <a:lnTo>
                    <a:pt x="0" y="164592"/>
                  </a:lnTo>
                  <a:lnTo>
                    <a:pt x="5881" y="120848"/>
                  </a:lnTo>
                  <a:lnTo>
                    <a:pt x="22478" y="81534"/>
                  </a:lnTo>
                  <a:lnTo>
                    <a:pt x="48220" y="48220"/>
                  </a:lnTo>
                  <a:lnTo>
                    <a:pt x="81534" y="22479"/>
                  </a:lnTo>
                  <a:lnTo>
                    <a:pt x="120848" y="5881"/>
                  </a:lnTo>
                  <a:lnTo>
                    <a:pt x="164592" y="0"/>
                  </a:lnTo>
                  <a:lnTo>
                    <a:pt x="3881627" y="0"/>
                  </a:lnTo>
                  <a:lnTo>
                    <a:pt x="3925371" y="5881"/>
                  </a:lnTo>
                  <a:lnTo>
                    <a:pt x="3964685" y="22479"/>
                  </a:lnTo>
                  <a:lnTo>
                    <a:pt x="3997999" y="48220"/>
                  </a:lnTo>
                  <a:lnTo>
                    <a:pt x="4023740" y="81534"/>
                  </a:lnTo>
                  <a:lnTo>
                    <a:pt x="4040338" y="120848"/>
                  </a:lnTo>
                  <a:lnTo>
                    <a:pt x="4044461" y="151512"/>
                  </a:lnTo>
                  <a:lnTo>
                    <a:pt x="4044461" y="6157847"/>
                  </a:lnTo>
                  <a:lnTo>
                    <a:pt x="4023740" y="6227826"/>
                  </a:lnTo>
                  <a:lnTo>
                    <a:pt x="3997999" y="6261139"/>
                  </a:lnTo>
                  <a:lnTo>
                    <a:pt x="3964685" y="6286881"/>
                  </a:lnTo>
                  <a:lnTo>
                    <a:pt x="3925371" y="6303478"/>
                  </a:lnTo>
                  <a:lnTo>
                    <a:pt x="3881627" y="6309359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34740" y="3058668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377190" y="754380"/>
                  </a:moveTo>
                  <a:lnTo>
                    <a:pt x="329876" y="751441"/>
                  </a:lnTo>
                  <a:lnTo>
                    <a:pt x="284317" y="742859"/>
                  </a:lnTo>
                  <a:lnTo>
                    <a:pt x="240865" y="728990"/>
                  </a:lnTo>
                  <a:lnTo>
                    <a:pt x="199873" y="710185"/>
                  </a:lnTo>
                  <a:lnTo>
                    <a:pt x="161695" y="686798"/>
                  </a:lnTo>
                  <a:lnTo>
                    <a:pt x="126684" y="659184"/>
                  </a:lnTo>
                  <a:lnTo>
                    <a:pt x="95195" y="627695"/>
                  </a:lnTo>
                  <a:lnTo>
                    <a:pt x="67581" y="592684"/>
                  </a:lnTo>
                  <a:lnTo>
                    <a:pt x="44194" y="554506"/>
                  </a:lnTo>
                  <a:lnTo>
                    <a:pt x="25389" y="513514"/>
                  </a:lnTo>
                  <a:lnTo>
                    <a:pt x="11520" y="470062"/>
                  </a:lnTo>
                  <a:lnTo>
                    <a:pt x="2938" y="424503"/>
                  </a:lnTo>
                  <a:lnTo>
                    <a:pt x="0" y="377190"/>
                  </a:lnTo>
                  <a:lnTo>
                    <a:pt x="2938" y="329876"/>
                  </a:lnTo>
                  <a:lnTo>
                    <a:pt x="11520" y="284317"/>
                  </a:lnTo>
                  <a:lnTo>
                    <a:pt x="25389" y="240865"/>
                  </a:lnTo>
                  <a:lnTo>
                    <a:pt x="44194" y="199873"/>
                  </a:lnTo>
                  <a:lnTo>
                    <a:pt x="67581" y="161695"/>
                  </a:lnTo>
                  <a:lnTo>
                    <a:pt x="95195" y="126684"/>
                  </a:lnTo>
                  <a:lnTo>
                    <a:pt x="126684" y="95195"/>
                  </a:lnTo>
                  <a:lnTo>
                    <a:pt x="161695" y="67581"/>
                  </a:lnTo>
                  <a:lnTo>
                    <a:pt x="199873" y="44194"/>
                  </a:lnTo>
                  <a:lnTo>
                    <a:pt x="240865" y="25389"/>
                  </a:lnTo>
                  <a:lnTo>
                    <a:pt x="284317" y="11520"/>
                  </a:lnTo>
                  <a:lnTo>
                    <a:pt x="329876" y="2938"/>
                  </a:lnTo>
                  <a:lnTo>
                    <a:pt x="377190" y="0"/>
                  </a:lnTo>
                  <a:lnTo>
                    <a:pt x="424503" y="2938"/>
                  </a:lnTo>
                  <a:lnTo>
                    <a:pt x="470062" y="11520"/>
                  </a:lnTo>
                  <a:lnTo>
                    <a:pt x="513514" y="25389"/>
                  </a:lnTo>
                  <a:lnTo>
                    <a:pt x="554506" y="44194"/>
                  </a:lnTo>
                  <a:lnTo>
                    <a:pt x="592684" y="67581"/>
                  </a:lnTo>
                  <a:lnTo>
                    <a:pt x="627695" y="95195"/>
                  </a:lnTo>
                  <a:lnTo>
                    <a:pt x="659184" y="126684"/>
                  </a:lnTo>
                  <a:lnTo>
                    <a:pt x="686798" y="161695"/>
                  </a:lnTo>
                  <a:lnTo>
                    <a:pt x="710185" y="199873"/>
                  </a:lnTo>
                  <a:lnTo>
                    <a:pt x="728990" y="240865"/>
                  </a:lnTo>
                  <a:lnTo>
                    <a:pt x="742859" y="284317"/>
                  </a:lnTo>
                  <a:lnTo>
                    <a:pt x="751441" y="329876"/>
                  </a:lnTo>
                  <a:lnTo>
                    <a:pt x="754380" y="377190"/>
                  </a:lnTo>
                  <a:lnTo>
                    <a:pt x="751441" y="424503"/>
                  </a:lnTo>
                  <a:lnTo>
                    <a:pt x="742859" y="470062"/>
                  </a:lnTo>
                  <a:lnTo>
                    <a:pt x="728990" y="513514"/>
                  </a:lnTo>
                  <a:lnTo>
                    <a:pt x="710185" y="554506"/>
                  </a:lnTo>
                  <a:lnTo>
                    <a:pt x="686798" y="592684"/>
                  </a:lnTo>
                  <a:lnTo>
                    <a:pt x="659184" y="627695"/>
                  </a:lnTo>
                  <a:lnTo>
                    <a:pt x="627695" y="659184"/>
                  </a:lnTo>
                  <a:lnTo>
                    <a:pt x="592684" y="686798"/>
                  </a:lnTo>
                  <a:lnTo>
                    <a:pt x="554506" y="710185"/>
                  </a:lnTo>
                  <a:lnTo>
                    <a:pt x="513514" y="728990"/>
                  </a:lnTo>
                  <a:lnTo>
                    <a:pt x="470062" y="742859"/>
                  </a:lnTo>
                  <a:lnTo>
                    <a:pt x="424503" y="751441"/>
                  </a:lnTo>
                  <a:lnTo>
                    <a:pt x="377190" y="754380"/>
                  </a:lnTo>
                  <a:close/>
                </a:path>
              </a:pathLst>
            </a:custGeom>
            <a:solidFill>
              <a:srgbClr val="2934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5265" y="3149193"/>
              <a:ext cx="573309" cy="57330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16000" y="2981959"/>
            <a:ext cx="1242695" cy="1783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900" spc="-50" b="1">
                <a:solidFill>
                  <a:srgbClr val="3FA6D5"/>
                </a:solidFill>
                <a:latin typeface="Cambria"/>
                <a:cs typeface="Cambria"/>
              </a:rPr>
              <a:t>C</a:t>
            </a:r>
            <a:endParaRPr sz="6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dirty="0" sz="2400" spc="105" b="1">
                <a:solidFill>
                  <a:srgbClr val="FFFFFF"/>
                </a:solidFill>
                <a:latin typeface="Cambria"/>
                <a:cs typeface="Cambria"/>
              </a:rPr>
              <a:t>CREATE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5361304"/>
            <a:ext cx="136334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 b="1">
                <a:solidFill>
                  <a:srgbClr val="9ED8F5"/>
                </a:solidFill>
                <a:latin typeface="Courier New"/>
                <a:cs typeface="Courier New"/>
              </a:rPr>
              <a:t>addBook()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6974839"/>
            <a:ext cx="3265170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600"/>
              </a:lnSpc>
              <a:spcBef>
                <a:spcPts val="95"/>
              </a:spcBef>
            </a:pP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Insert</a:t>
            </a:r>
            <a:r>
              <a:rPr dirty="0" sz="1850" spc="2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a</a:t>
            </a:r>
            <a:r>
              <a:rPr dirty="0" sz="1850" spc="2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new</a:t>
            </a:r>
            <a:r>
              <a:rPr dirty="0" sz="1850" spc="2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book</a:t>
            </a:r>
            <a:r>
              <a:rPr dirty="0" sz="1850" spc="2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record</a:t>
            </a:r>
            <a:r>
              <a:rPr dirty="0" sz="1850" spc="2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into</a:t>
            </a:r>
            <a:r>
              <a:rPr dirty="0" sz="1850" spc="2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ADBFB"/>
                </a:solidFill>
                <a:latin typeface="Calibri"/>
                <a:cs typeface="Calibri"/>
              </a:rPr>
              <a:t>the </a:t>
            </a:r>
            <a:r>
              <a:rPr dirty="0" sz="1850" spc="-10">
                <a:solidFill>
                  <a:srgbClr val="CADBFB"/>
                </a:solidFill>
                <a:latin typeface="Calibri"/>
                <a:cs typeface="Calibri"/>
              </a:rPr>
              <a:t>array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43500" y="2674619"/>
            <a:ext cx="4044950" cy="6309360"/>
            <a:chOff x="5143500" y="2674619"/>
            <a:chExt cx="4044950" cy="6309360"/>
          </a:xfrm>
        </p:grpSpPr>
        <p:sp>
          <p:nvSpPr>
            <p:cNvPr id="12" name="object 12"/>
            <p:cNvSpPr/>
            <p:nvPr/>
          </p:nvSpPr>
          <p:spPr>
            <a:xfrm>
              <a:off x="5143500" y="2674619"/>
              <a:ext cx="4044950" cy="6309360"/>
            </a:xfrm>
            <a:custGeom>
              <a:avLst/>
              <a:gdLst/>
              <a:ahLst/>
              <a:cxnLst/>
              <a:rect l="l" t="t" r="r" b="b"/>
              <a:pathLst>
                <a:path w="4044950" h="6309359">
                  <a:moveTo>
                    <a:pt x="3881628" y="6309359"/>
                  </a:moveTo>
                  <a:lnTo>
                    <a:pt x="164592" y="6309359"/>
                  </a:lnTo>
                  <a:lnTo>
                    <a:pt x="120848" y="6303478"/>
                  </a:lnTo>
                  <a:lnTo>
                    <a:pt x="81534" y="6286881"/>
                  </a:lnTo>
                  <a:lnTo>
                    <a:pt x="48220" y="6261139"/>
                  </a:lnTo>
                  <a:lnTo>
                    <a:pt x="22479" y="6227826"/>
                  </a:lnTo>
                  <a:lnTo>
                    <a:pt x="5881" y="6188511"/>
                  </a:lnTo>
                  <a:lnTo>
                    <a:pt x="0" y="6144768"/>
                  </a:lnTo>
                  <a:lnTo>
                    <a:pt x="0" y="164592"/>
                  </a:lnTo>
                  <a:lnTo>
                    <a:pt x="5881" y="120848"/>
                  </a:lnTo>
                  <a:lnTo>
                    <a:pt x="22479" y="81534"/>
                  </a:lnTo>
                  <a:lnTo>
                    <a:pt x="48220" y="48220"/>
                  </a:lnTo>
                  <a:lnTo>
                    <a:pt x="81534" y="22479"/>
                  </a:lnTo>
                  <a:lnTo>
                    <a:pt x="120848" y="5881"/>
                  </a:lnTo>
                  <a:lnTo>
                    <a:pt x="164592" y="0"/>
                  </a:lnTo>
                  <a:lnTo>
                    <a:pt x="3881628" y="0"/>
                  </a:lnTo>
                  <a:lnTo>
                    <a:pt x="3925371" y="5881"/>
                  </a:lnTo>
                  <a:lnTo>
                    <a:pt x="3964686" y="22479"/>
                  </a:lnTo>
                  <a:lnTo>
                    <a:pt x="3997999" y="48220"/>
                  </a:lnTo>
                  <a:lnTo>
                    <a:pt x="4023741" y="81534"/>
                  </a:lnTo>
                  <a:lnTo>
                    <a:pt x="4040338" y="120848"/>
                  </a:lnTo>
                  <a:lnTo>
                    <a:pt x="4044461" y="151512"/>
                  </a:lnTo>
                  <a:lnTo>
                    <a:pt x="4044461" y="6157848"/>
                  </a:lnTo>
                  <a:lnTo>
                    <a:pt x="4023741" y="6227826"/>
                  </a:lnTo>
                  <a:lnTo>
                    <a:pt x="3997999" y="6261139"/>
                  </a:lnTo>
                  <a:lnTo>
                    <a:pt x="3964686" y="6286881"/>
                  </a:lnTo>
                  <a:lnTo>
                    <a:pt x="3925371" y="6303478"/>
                  </a:lnTo>
                  <a:lnTo>
                    <a:pt x="3881628" y="6309359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023860" y="3058668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377190" y="754380"/>
                  </a:moveTo>
                  <a:lnTo>
                    <a:pt x="329877" y="751441"/>
                  </a:lnTo>
                  <a:lnTo>
                    <a:pt x="284317" y="742859"/>
                  </a:lnTo>
                  <a:lnTo>
                    <a:pt x="240865" y="728990"/>
                  </a:lnTo>
                  <a:lnTo>
                    <a:pt x="199873" y="710185"/>
                  </a:lnTo>
                  <a:lnTo>
                    <a:pt x="161695" y="686798"/>
                  </a:lnTo>
                  <a:lnTo>
                    <a:pt x="126684" y="659184"/>
                  </a:lnTo>
                  <a:lnTo>
                    <a:pt x="95195" y="627695"/>
                  </a:lnTo>
                  <a:lnTo>
                    <a:pt x="67581" y="592684"/>
                  </a:lnTo>
                  <a:lnTo>
                    <a:pt x="44194" y="554506"/>
                  </a:lnTo>
                  <a:lnTo>
                    <a:pt x="25389" y="513514"/>
                  </a:lnTo>
                  <a:lnTo>
                    <a:pt x="11520" y="470062"/>
                  </a:lnTo>
                  <a:lnTo>
                    <a:pt x="2938" y="424503"/>
                  </a:lnTo>
                  <a:lnTo>
                    <a:pt x="0" y="377190"/>
                  </a:lnTo>
                  <a:lnTo>
                    <a:pt x="2938" y="329876"/>
                  </a:lnTo>
                  <a:lnTo>
                    <a:pt x="11520" y="284317"/>
                  </a:lnTo>
                  <a:lnTo>
                    <a:pt x="25389" y="240865"/>
                  </a:lnTo>
                  <a:lnTo>
                    <a:pt x="44194" y="199873"/>
                  </a:lnTo>
                  <a:lnTo>
                    <a:pt x="67581" y="161695"/>
                  </a:lnTo>
                  <a:lnTo>
                    <a:pt x="95195" y="126684"/>
                  </a:lnTo>
                  <a:lnTo>
                    <a:pt x="126684" y="95195"/>
                  </a:lnTo>
                  <a:lnTo>
                    <a:pt x="161695" y="67581"/>
                  </a:lnTo>
                  <a:lnTo>
                    <a:pt x="199873" y="44194"/>
                  </a:lnTo>
                  <a:lnTo>
                    <a:pt x="240865" y="25389"/>
                  </a:lnTo>
                  <a:lnTo>
                    <a:pt x="284317" y="11520"/>
                  </a:lnTo>
                  <a:lnTo>
                    <a:pt x="329877" y="2938"/>
                  </a:lnTo>
                  <a:lnTo>
                    <a:pt x="377190" y="0"/>
                  </a:lnTo>
                  <a:lnTo>
                    <a:pt x="424503" y="2938"/>
                  </a:lnTo>
                  <a:lnTo>
                    <a:pt x="470062" y="11520"/>
                  </a:lnTo>
                  <a:lnTo>
                    <a:pt x="513515" y="25389"/>
                  </a:lnTo>
                  <a:lnTo>
                    <a:pt x="554506" y="44194"/>
                  </a:lnTo>
                  <a:lnTo>
                    <a:pt x="592684" y="67581"/>
                  </a:lnTo>
                  <a:lnTo>
                    <a:pt x="627695" y="95195"/>
                  </a:lnTo>
                  <a:lnTo>
                    <a:pt x="659184" y="126684"/>
                  </a:lnTo>
                  <a:lnTo>
                    <a:pt x="686798" y="161695"/>
                  </a:lnTo>
                  <a:lnTo>
                    <a:pt x="710185" y="199873"/>
                  </a:lnTo>
                  <a:lnTo>
                    <a:pt x="728990" y="240865"/>
                  </a:lnTo>
                  <a:lnTo>
                    <a:pt x="742860" y="284317"/>
                  </a:lnTo>
                  <a:lnTo>
                    <a:pt x="751441" y="329876"/>
                  </a:lnTo>
                  <a:lnTo>
                    <a:pt x="754380" y="377190"/>
                  </a:lnTo>
                  <a:lnTo>
                    <a:pt x="751441" y="424503"/>
                  </a:lnTo>
                  <a:lnTo>
                    <a:pt x="742860" y="470062"/>
                  </a:lnTo>
                  <a:lnTo>
                    <a:pt x="728990" y="513514"/>
                  </a:lnTo>
                  <a:lnTo>
                    <a:pt x="710185" y="554506"/>
                  </a:lnTo>
                  <a:lnTo>
                    <a:pt x="686798" y="592684"/>
                  </a:lnTo>
                  <a:lnTo>
                    <a:pt x="659184" y="627695"/>
                  </a:lnTo>
                  <a:lnTo>
                    <a:pt x="627695" y="659184"/>
                  </a:lnTo>
                  <a:lnTo>
                    <a:pt x="592684" y="686798"/>
                  </a:lnTo>
                  <a:lnTo>
                    <a:pt x="554506" y="710185"/>
                  </a:lnTo>
                  <a:lnTo>
                    <a:pt x="513515" y="728990"/>
                  </a:lnTo>
                  <a:lnTo>
                    <a:pt x="470062" y="742859"/>
                  </a:lnTo>
                  <a:lnTo>
                    <a:pt x="424503" y="751441"/>
                  </a:lnTo>
                  <a:lnTo>
                    <a:pt x="377190" y="754380"/>
                  </a:lnTo>
                  <a:close/>
                </a:path>
              </a:pathLst>
            </a:custGeom>
            <a:solidFill>
              <a:srgbClr val="2934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14385" y="3149193"/>
              <a:ext cx="573309" cy="5733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05119" y="2981959"/>
            <a:ext cx="873760" cy="1783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900" spc="-50" b="1">
                <a:solidFill>
                  <a:srgbClr val="3FA6D5"/>
                </a:solidFill>
                <a:latin typeface="Cambria"/>
                <a:cs typeface="Cambria"/>
              </a:rPr>
              <a:t>R</a:t>
            </a:r>
            <a:endParaRPr sz="6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dirty="0" sz="2400" spc="85" b="1">
                <a:solidFill>
                  <a:srgbClr val="FFFFFF"/>
                </a:solidFill>
                <a:latin typeface="Cambria"/>
                <a:cs typeface="Cambria"/>
              </a:rPr>
              <a:t>READ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05119" y="5208904"/>
            <a:ext cx="1809114" cy="61785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185"/>
              </a:spcBef>
            </a:pPr>
            <a:r>
              <a:rPr dirty="0" sz="1950" b="1">
                <a:solidFill>
                  <a:srgbClr val="9ED8F5"/>
                </a:solidFill>
                <a:latin typeface="Courier New"/>
                <a:cs typeface="Courier New"/>
              </a:rPr>
              <a:t>viewBook()</a:t>
            </a:r>
            <a:r>
              <a:rPr dirty="0" sz="1950" spc="-120" b="1">
                <a:solidFill>
                  <a:srgbClr val="9ED8F5"/>
                </a:solidFill>
                <a:latin typeface="Courier New"/>
                <a:cs typeface="Courier New"/>
              </a:rPr>
              <a:t> </a:t>
            </a:r>
            <a:r>
              <a:rPr dirty="0" sz="1950" spc="-50" b="1">
                <a:solidFill>
                  <a:srgbClr val="9ED8F5"/>
                </a:solidFill>
                <a:latin typeface="Courier New"/>
                <a:cs typeface="Courier New"/>
              </a:rPr>
              <a:t>/ </a:t>
            </a:r>
            <a:r>
              <a:rPr dirty="0" sz="1950" spc="-10" b="1">
                <a:solidFill>
                  <a:srgbClr val="9ED8F5"/>
                </a:solidFill>
                <a:latin typeface="Courier New"/>
                <a:cs typeface="Courier New"/>
              </a:rPr>
              <a:t>searchBook()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05119" y="6974839"/>
            <a:ext cx="3239135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600"/>
              </a:lnSpc>
              <a:spcBef>
                <a:spcPts val="95"/>
              </a:spcBef>
            </a:pP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Display</a:t>
            </a:r>
            <a:r>
              <a:rPr dirty="0" sz="1850" spc="2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all</a:t>
            </a:r>
            <a:r>
              <a:rPr dirty="0" sz="1850" spc="3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records</a:t>
            </a:r>
            <a:r>
              <a:rPr dirty="0" sz="1850" spc="2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or</a:t>
            </a:r>
            <a:r>
              <a:rPr dirty="0" sz="1850" spc="3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look</a:t>
            </a:r>
            <a:r>
              <a:rPr dirty="0" sz="1850" spc="3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up</a:t>
            </a:r>
            <a:r>
              <a:rPr dirty="0" sz="1850" spc="2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ADBFB"/>
                </a:solidFill>
                <a:latin typeface="Calibri"/>
                <a:cs typeface="Calibri"/>
              </a:rPr>
              <a:t>one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by</a:t>
            </a:r>
            <a:r>
              <a:rPr dirty="0" sz="1850" spc="2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ADBFB"/>
                </a:solidFill>
                <a:latin typeface="Calibri"/>
                <a:cs typeface="Calibri"/>
              </a:rPr>
              <a:t>ID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532619" y="2674619"/>
            <a:ext cx="4044950" cy="6309360"/>
            <a:chOff x="9532619" y="2674619"/>
            <a:chExt cx="4044950" cy="6309360"/>
          </a:xfrm>
        </p:grpSpPr>
        <p:sp>
          <p:nvSpPr>
            <p:cNvPr id="19" name="object 19"/>
            <p:cNvSpPr/>
            <p:nvPr/>
          </p:nvSpPr>
          <p:spPr>
            <a:xfrm>
              <a:off x="9532619" y="2674619"/>
              <a:ext cx="4044950" cy="6309360"/>
            </a:xfrm>
            <a:custGeom>
              <a:avLst/>
              <a:gdLst/>
              <a:ahLst/>
              <a:cxnLst/>
              <a:rect l="l" t="t" r="r" b="b"/>
              <a:pathLst>
                <a:path w="4044950" h="6309359">
                  <a:moveTo>
                    <a:pt x="3881628" y="6309359"/>
                  </a:moveTo>
                  <a:lnTo>
                    <a:pt x="164592" y="6309359"/>
                  </a:lnTo>
                  <a:lnTo>
                    <a:pt x="120848" y="6303478"/>
                  </a:lnTo>
                  <a:lnTo>
                    <a:pt x="81534" y="6286881"/>
                  </a:lnTo>
                  <a:lnTo>
                    <a:pt x="48220" y="6261139"/>
                  </a:lnTo>
                  <a:lnTo>
                    <a:pt x="22479" y="6227826"/>
                  </a:lnTo>
                  <a:lnTo>
                    <a:pt x="5881" y="6188511"/>
                  </a:lnTo>
                  <a:lnTo>
                    <a:pt x="0" y="6144768"/>
                  </a:lnTo>
                  <a:lnTo>
                    <a:pt x="0" y="164592"/>
                  </a:lnTo>
                  <a:lnTo>
                    <a:pt x="5881" y="120848"/>
                  </a:lnTo>
                  <a:lnTo>
                    <a:pt x="22479" y="81534"/>
                  </a:lnTo>
                  <a:lnTo>
                    <a:pt x="48220" y="48220"/>
                  </a:lnTo>
                  <a:lnTo>
                    <a:pt x="81534" y="22479"/>
                  </a:lnTo>
                  <a:lnTo>
                    <a:pt x="120848" y="5881"/>
                  </a:lnTo>
                  <a:lnTo>
                    <a:pt x="164592" y="0"/>
                  </a:lnTo>
                  <a:lnTo>
                    <a:pt x="3881628" y="0"/>
                  </a:lnTo>
                  <a:lnTo>
                    <a:pt x="3925371" y="5881"/>
                  </a:lnTo>
                  <a:lnTo>
                    <a:pt x="3964686" y="22479"/>
                  </a:lnTo>
                  <a:lnTo>
                    <a:pt x="3997999" y="48220"/>
                  </a:lnTo>
                  <a:lnTo>
                    <a:pt x="4023741" y="81534"/>
                  </a:lnTo>
                  <a:lnTo>
                    <a:pt x="4040338" y="120848"/>
                  </a:lnTo>
                  <a:lnTo>
                    <a:pt x="4044461" y="151511"/>
                  </a:lnTo>
                  <a:lnTo>
                    <a:pt x="4044461" y="6157848"/>
                  </a:lnTo>
                  <a:lnTo>
                    <a:pt x="4023741" y="6227826"/>
                  </a:lnTo>
                  <a:lnTo>
                    <a:pt x="3997999" y="6261139"/>
                  </a:lnTo>
                  <a:lnTo>
                    <a:pt x="3964686" y="6286881"/>
                  </a:lnTo>
                  <a:lnTo>
                    <a:pt x="3925371" y="6303478"/>
                  </a:lnTo>
                  <a:lnTo>
                    <a:pt x="3881628" y="6309359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412980" y="3058668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377189" y="754380"/>
                  </a:moveTo>
                  <a:lnTo>
                    <a:pt x="329876" y="751441"/>
                  </a:lnTo>
                  <a:lnTo>
                    <a:pt x="284316" y="742859"/>
                  </a:lnTo>
                  <a:lnTo>
                    <a:pt x="240864" y="728990"/>
                  </a:lnTo>
                  <a:lnTo>
                    <a:pt x="199872" y="710185"/>
                  </a:lnTo>
                  <a:lnTo>
                    <a:pt x="161694" y="686798"/>
                  </a:lnTo>
                  <a:lnTo>
                    <a:pt x="126684" y="659184"/>
                  </a:lnTo>
                  <a:lnTo>
                    <a:pt x="95195" y="627695"/>
                  </a:lnTo>
                  <a:lnTo>
                    <a:pt x="67580" y="592684"/>
                  </a:lnTo>
                  <a:lnTo>
                    <a:pt x="44194" y="554506"/>
                  </a:lnTo>
                  <a:lnTo>
                    <a:pt x="25389" y="513514"/>
                  </a:lnTo>
                  <a:lnTo>
                    <a:pt x="11519" y="470062"/>
                  </a:lnTo>
                  <a:lnTo>
                    <a:pt x="2938" y="424503"/>
                  </a:lnTo>
                  <a:lnTo>
                    <a:pt x="0" y="377190"/>
                  </a:lnTo>
                  <a:lnTo>
                    <a:pt x="2938" y="329876"/>
                  </a:lnTo>
                  <a:lnTo>
                    <a:pt x="11519" y="284317"/>
                  </a:lnTo>
                  <a:lnTo>
                    <a:pt x="25389" y="240865"/>
                  </a:lnTo>
                  <a:lnTo>
                    <a:pt x="44194" y="199873"/>
                  </a:lnTo>
                  <a:lnTo>
                    <a:pt x="67580" y="161695"/>
                  </a:lnTo>
                  <a:lnTo>
                    <a:pt x="95195" y="126684"/>
                  </a:lnTo>
                  <a:lnTo>
                    <a:pt x="126684" y="95195"/>
                  </a:lnTo>
                  <a:lnTo>
                    <a:pt x="161694" y="67581"/>
                  </a:lnTo>
                  <a:lnTo>
                    <a:pt x="199872" y="44194"/>
                  </a:lnTo>
                  <a:lnTo>
                    <a:pt x="240864" y="25389"/>
                  </a:lnTo>
                  <a:lnTo>
                    <a:pt x="284316" y="11520"/>
                  </a:lnTo>
                  <a:lnTo>
                    <a:pt x="329876" y="2938"/>
                  </a:lnTo>
                  <a:lnTo>
                    <a:pt x="377189" y="0"/>
                  </a:lnTo>
                  <a:lnTo>
                    <a:pt x="424502" y="2938"/>
                  </a:lnTo>
                  <a:lnTo>
                    <a:pt x="470061" y="11520"/>
                  </a:lnTo>
                  <a:lnTo>
                    <a:pt x="513514" y="25389"/>
                  </a:lnTo>
                  <a:lnTo>
                    <a:pt x="554506" y="44194"/>
                  </a:lnTo>
                  <a:lnTo>
                    <a:pt x="592683" y="67581"/>
                  </a:lnTo>
                  <a:lnTo>
                    <a:pt x="627694" y="95195"/>
                  </a:lnTo>
                  <a:lnTo>
                    <a:pt x="659183" y="126684"/>
                  </a:lnTo>
                  <a:lnTo>
                    <a:pt x="686798" y="161695"/>
                  </a:lnTo>
                  <a:lnTo>
                    <a:pt x="710184" y="199873"/>
                  </a:lnTo>
                  <a:lnTo>
                    <a:pt x="728989" y="240865"/>
                  </a:lnTo>
                  <a:lnTo>
                    <a:pt x="742859" y="284317"/>
                  </a:lnTo>
                  <a:lnTo>
                    <a:pt x="751440" y="329876"/>
                  </a:lnTo>
                  <a:lnTo>
                    <a:pt x="754379" y="377190"/>
                  </a:lnTo>
                  <a:lnTo>
                    <a:pt x="751440" y="424503"/>
                  </a:lnTo>
                  <a:lnTo>
                    <a:pt x="742859" y="470062"/>
                  </a:lnTo>
                  <a:lnTo>
                    <a:pt x="728989" y="513514"/>
                  </a:lnTo>
                  <a:lnTo>
                    <a:pt x="710184" y="554506"/>
                  </a:lnTo>
                  <a:lnTo>
                    <a:pt x="686798" y="592684"/>
                  </a:lnTo>
                  <a:lnTo>
                    <a:pt x="659183" y="627695"/>
                  </a:lnTo>
                  <a:lnTo>
                    <a:pt x="627694" y="659184"/>
                  </a:lnTo>
                  <a:lnTo>
                    <a:pt x="592683" y="686798"/>
                  </a:lnTo>
                  <a:lnTo>
                    <a:pt x="554506" y="710185"/>
                  </a:lnTo>
                  <a:lnTo>
                    <a:pt x="513514" y="728990"/>
                  </a:lnTo>
                  <a:lnTo>
                    <a:pt x="470061" y="742859"/>
                  </a:lnTo>
                  <a:lnTo>
                    <a:pt x="424502" y="751441"/>
                  </a:lnTo>
                  <a:lnTo>
                    <a:pt x="377189" y="754380"/>
                  </a:lnTo>
                  <a:close/>
                </a:path>
              </a:pathLst>
            </a:custGeom>
            <a:solidFill>
              <a:srgbClr val="2934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3504" y="3149193"/>
              <a:ext cx="573309" cy="57330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794239" y="2981959"/>
            <a:ext cx="1298575" cy="1783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900" spc="-50" b="1">
                <a:solidFill>
                  <a:srgbClr val="3FA6D5"/>
                </a:solidFill>
                <a:latin typeface="Cambria"/>
                <a:cs typeface="Cambria"/>
              </a:rPr>
              <a:t>U</a:t>
            </a:r>
            <a:endParaRPr sz="6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dirty="0" sz="2400" spc="105" b="1">
                <a:solidFill>
                  <a:srgbClr val="FFFFFF"/>
                </a:solidFill>
                <a:latin typeface="Cambria"/>
                <a:cs typeface="Cambria"/>
              </a:rPr>
              <a:t>UPDATE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94239" y="5208904"/>
            <a:ext cx="1957705" cy="61785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185"/>
              </a:spcBef>
            </a:pPr>
            <a:r>
              <a:rPr dirty="0" sz="1950" b="1">
                <a:solidFill>
                  <a:srgbClr val="9ED8F5"/>
                </a:solidFill>
                <a:latin typeface="Courier New"/>
                <a:cs typeface="Courier New"/>
              </a:rPr>
              <a:t>issueBook()</a:t>
            </a:r>
            <a:r>
              <a:rPr dirty="0" sz="1950" spc="-130" b="1">
                <a:solidFill>
                  <a:srgbClr val="9ED8F5"/>
                </a:solidFill>
                <a:latin typeface="Courier New"/>
                <a:cs typeface="Courier New"/>
              </a:rPr>
              <a:t> </a:t>
            </a:r>
            <a:r>
              <a:rPr dirty="0" sz="1950" spc="-50" b="1">
                <a:solidFill>
                  <a:srgbClr val="9ED8F5"/>
                </a:solidFill>
                <a:latin typeface="Courier New"/>
                <a:cs typeface="Courier New"/>
              </a:rPr>
              <a:t>/ </a:t>
            </a:r>
            <a:r>
              <a:rPr dirty="0" sz="1950" spc="-10" b="1">
                <a:solidFill>
                  <a:srgbClr val="9ED8F5"/>
                </a:solidFill>
                <a:latin typeface="Courier New"/>
                <a:cs typeface="Courier New"/>
              </a:rPr>
              <a:t>returnBook()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94239" y="6974839"/>
            <a:ext cx="3081020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600"/>
              </a:lnSpc>
              <a:spcBef>
                <a:spcPts val="95"/>
              </a:spcBef>
            </a:pP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Modify</a:t>
            </a:r>
            <a:r>
              <a:rPr dirty="0" sz="1850" spc="4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quantity</a:t>
            </a:r>
            <a:r>
              <a:rPr dirty="0" sz="1850" spc="4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when</a:t>
            </a:r>
            <a:r>
              <a:rPr dirty="0" sz="1850" spc="4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a</a:t>
            </a:r>
            <a:r>
              <a:rPr dirty="0" sz="1850" spc="4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book</a:t>
            </a:r>
            <a:r>
              <a:rPr dirty="0" sz="1850" spc="5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ADBFB"/>
                </a:solidFill>
                <a:latin typeface="Calibri"/>
                <a:cs typeface="Calibri"/>
              </a:rPr>
              <a:t>is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issued</a:t>
            </a:r>
            <a:r>
              <a:rPr dirty="0" sz="1850" spc="3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or</a:t>
            </a:r>
            <a:r>
              <a:rPr dirty="0" sz="1850" spc="3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ADBFB"/>
                </a:solidFill>
                <a:latin typeface="Calibri"/>
                <a:cs typeface="Calibri"/>
              </a:rPr>
              <a:t>returned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921739" y="2674619"/>
            <a:ext cx="4044950" cy="6309360"/>
            <a:chOff x="13921739" y="2674619"/>
            <a:chExt cx="4044950" cy="6309360"/>
          </a:xfrm>
        </p:grpSpPr>
        <p:sp>
          <p:nvSpPr>
            <p:cNvPr id="26" name="object 26"/>
            <p:cNvSpPr/>
            <p:nvPr/>
          </p:nvSpPr>
          <p:spPr>
            <a:xfrm>
              <a:off x="13921739" y="2674619"/>
              <a:ext cx="4044950" cy="6309360"/>
            </a:xfrm>
            <a:custGeom>
              <a:avLst/>
              <a:gdLst/>
              <a:ahLst/>
              <a:cxnLst/>
              <a:rect l="l" t="t" r="r" b="b"/>
              <a:pathLst>
                <a:path w="4044950" h="6309359">
                  <a:moveTo>
                    <a:pt x="3881628" y="6309359"/>
                  </a:moveTo>
                  <a:lnTo>
                    <a:pt x="164592" y="6309359"/>
                  </a:lnTo>
                  <a:lnTo>
                    <a:pt x="120848" y="6303478"/>
                  </a:lnTo>
                  <a:lnTo>
                    <a:pt x="81534" y="6286881"/>
                  </a:lnTo>
                  <a:lnTo>
                    <a:pt x="48220" y="6261139"/>
                  </a:lnTo>
                  <a:lnTo>
                    <a:pt x="22479" y="6227826"/>
                  </a:lnTo>
                  <a:lnTo>
                    <a:pt x="5881" y="6188511"/>
                  </a:lnTo>
                  <a:lnTo>
                    <a:pt x="0" y="6144768"/>
                  </a:lnTo>
                  <a:lnTo>
                    <a:pt x="0" y="164592"/>
                  </a:lnTo>
                  <a:lnTo>
                    <a:pt x="5881" y="120848"/>
                  </a:lnTo>
                  <a:lnTo>
                    <a:pt x="22479" y="81534"/>
                  </a:lnTo>
                  <a:lnTo>
                    <a:pt x="48220" y="48220"/>
                  </a:lnTo>
                  <a:lnTo>
                    <a:pt x="81534" y="22479"/>
                  </a:lnTo>
                  <a:lnTo>
                    <a:pt x="120848" y="5881"/>
                  </a:lnTo>
                  <a:lnTo>
                    <a:pt x="164592" y="0"/>
                  </a:lnTo>
                  <a:lnTo>
                    <a:pt x="3881628" y="0"/>
                  </a:lnTo>
                  <a:lnTo>
                    <a:pt x="3925371" y="5881"/>
                  </a:lnTo>
                  <a:lnTo>
                    <a:pt x="3964686" y="22479"/>
                  </a:lnTo>
                  <a:lnTo>
                    <a:pt x="3997999" y="48220"/>
                  </a:lnTo>
                  <a:lnTo>
                    <a:pt x="4023741" y="81534"/>
                  </a:lnTo>
                  <a:lnTo>
                    <a:pt x="4040338" y="120848"/>
                  </a:lnTo>
                  <a:lnTo>
                    <a:pt x="4044461" y="151510"/>
                  </a:lnTo>
                  <a:lnTo>
                    <a:pt x="4044461" y="6157849"/>
                  </a:lnTo>
                  <a:lnTo>
                    <a:pt x="4023741" y="6227826"/>
                  </a:lnTo>
                  <a:lnTo>
                    <a:pt x="3997999" y="6261139"/>
                  </a:lnTo>
                  <a:lnTo>
                    <a:pt x="3964686" y="6286881"/>
                  </a:lnTo>
                  <a:lnTo>
                    <a:pt x="3925371" y="6303478"/>
                  </a:lnTo>
                  <a:lnTo>
                    <a:pt x="3881628" y="6309359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6802099" y="3058668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377190" y="754380"/>
                  </a:moveTo>
                  <a:lnTo>
                    <a:pt x="329877" y="751441"/>
                  </a:lnTo>
                  <a:lnTo>
                    <a:pt x="284317" y="742859"/>
                  </a:lnTo>
                  <a:lnTo>
                    <a:pt x="240865" y="728990"/>
                  </a:lnTo>
                  <a:lnTo>
                    <a:pt x="199873" y="710185"/>
                  </a:lnTo>
                  <a:lnTo>
                    <a:pt x="161695" y="686798"/>
                  </a:lnTo>
                  <a:lnTo>
                    <a:pt x="126684" y="659184"/>
                  </a:lnTo>
                  <a:lnTo>
                    <a:pt x="95195" y="627695"/>
                  </a:lnTo>
                  <a:lnTo>
                    <a:pt x="67581" y="592684"/>
                  </a:lnTo>
                  <a:lnTo>
                    <a:pt x="44194" y="554506"/>
                  </a:lnTo>
                  <a:lnTo>
                    <a:pt x="25389" y="513514"/>
                  </a:lnTo>
                  <a:lnTo>
                    <a:pt x="11520" y="470062"/>
                  </a:lnTo>
                  <a:lnTo>
                    <a:pt x="2938" y="424503"/>
                  </a:lnTo>
                  <a:lnTo>
                    <a:pt x="0" y="377190"/>
                  </a:lnTo>
                  <a:lnTo>
                    <a:pt x="2938" y="329876"/>
                  </a:lnTo>
                  <a:lnTo>
                    <a:pt x="11520" y="284317"/>
                  </a:lnTo>
                  <a:lnTo>
                    <a:pt x="25389" y="240865"/>
                  </a:lnTo>
                  <a:lnTo>
                    <a:pt x="44194" y="199873"/>
                  </a:lnTo>
                  <a:lnTo>
                    <a:pt x="67581" y="161695"/>
                  </a:lnTo>
                  <a:lnTo>
                    <a:pt x="95195" y="126684"/>
                  </a:lnTo>
                  <a:lnTo>
                    <a:pt x="126684" y="95195"/>
                  </a:lnTo>
                  <a:lnTo>
                    <a:pt x="161695" y="67581"/>
                  </a:lnTo>
                  <a:lnTo>
                    <a:pt x="199873" y="44194"/>
                  </a:lnTo>
                  <a:lnTo>
                    <a:pt x="240865" y="25389"/>
                  </a:lnTo>
                  <a:lnTo>
                    <a:pt x="284317" y="11520"/>
                  </a:lnTo>
                  <a:lnTo>
                    <a:pt x="329877" y="2938"/>
                  </a:lnTo>
                  <a:lnTo>
                    <a:pt x="377190" y="0"/>
                  </a:lnTo>
                  <a:lnTo>
                    <a:pt x="424503" y="2938"/>
                  </a:lnTo>
                  <a:lnTo>
                    <a:pt x="470062" y="11520"/>
                  </a:lnTo>
                  <a:lnTo>
                    <a:pt x="513515" y="25389"/>
                  </a:lnTo>
                  <a:lnTo>
                    <a:pt x="554506" y="44194"/>
                  </a:lnTo>
                  <a:lnTo>
                    <a:pt x="592684" y="67581"/>
                  </a:lnTo>
                  <a:lnTo>
                    <a:pt x="627695" y="95195"/>
                  </a:lnTo>
                  <a:lnTo>
                    <a:pt x="659184" y="126684"/>
                  </a:lnTo>
                  <a:lnTo>
                    <a:pt x="686798" y="161695"/>
                  </a:lnTo>
                  <a:lnTo>
                    <a:pt x="710185" y="199873"/>
                  </a:lnTo>
                  <a:lnTo>
                    <a:pt x="728990" y="240865"/>
                  </a:lnTo>
                  <a:lnTo>
                    <a:pt x="742860" y="284317"/>
                  </a:lnTo>
                  <a:lnTo>
                    <a:pt x="751441" y="329876"/>
                  </a:lnTo>
                  <a:lnTo>
                    <a:pt x="754380" y="377190"/>
                  </a:lnTo>
                  <a:lnTo>
                    <a:pt x="751441" y="424503"/>
                  </a:lnTo>
                  <a:lnTo>
                    <a:pt x="742860" y="470062"/>
                  </a:lnTo>
                  <a:lnTo>
                    <a:pt x="728990" y="513514"/>
                  </a:lnTo>
                  <a:lnTo>
                    <a:pt x="710185" y="554506"/>
                  </a:lnTo>
                  <a:lnTo>
                    <a:pt x="686798" y="592684"/>
                  </a:lnTo>
                  <a:lnTo>
                    <a:pt x="659184" y="627695"/>
                  </a:lnTo>
                  <a:lnTo>
                    <a:pt x="627695" y="659184"/>
                  </a:lnTo>
                  <a:lnTo>
                    <a:pt x="592684" y="686798"/>
                  </a:lnTo>
                  <a:lnTo>
                    <a:pt x="554506" y="710185"/>
                  </a:lnTo>
                  <a:lnTo>
                    <a:pt x="513515" y="728990"/>
                  </a:lnTo>
                  <a:lnTo>
                    <a:pt x="470062" y="742859"/>
                  </a:lnTo>
                  <a:lnTo>
                    <a:pt x="424503" y="751441"/>
                  </a:lnTo>
                  <a:lnTo>
                    <a:pt x="377190" y="754380"/>
                  </a:lnTo>
                  <a:close/>
                </a:path>
              </a:pathLst>
            </a:custGeom>
            <a:solidFill>
              <a:srgbClr val="2934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92625" y="3149193"/>
              <a:ext cx="573309" cy="57330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4183359" y="2981959"/>
            <a:ext cx="1226820" cy="1783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900" spc="-50" b="1">
                <a:solidFill>
                  <a:srgbClr val="3FA6D5"/>
                </a:solidFill>
                <a:latin typeface="Cambria"/>
                <a:cs typeface="Cambria"/>
              </a:rPr>
              <a:t>D</a:t>
            </a:r>
            <a:endParaRPr sz="6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dirty="0" sz="2400" spc="100" b="1">
                <a:solidFill>
                  <a:srgbClr val="FFFFFF"/>
                </a:solidFill>
                <a:latin typeface="Cambria"/>
                <a:cs typeface="Cambria"/>
              </a:rPr>
              <a:t>DELETE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183359" y="5361304"/>
            <a:ext cx="1809114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 b="1">
                <a:solidFill>
                  <a:srgbClr val="9ED8F5"/>
                </a:solidFill>
                <a:latin typeface="Courier New"/>
                <a:cs typeface="Courier New"/>
              </a:rPr>
              <a:t>deleteBook()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183359" y="6974839"/>
            <a:ext cx="3114040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600"/>
              </a:lnSpc>
              <a:spcBef>
                <a:spcPts val="95"/>
              </a:spcBef>
            </a:pP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Remove</a:t>
            </a:r>
            <a:r>
              <a:rPr dirty="0" sz="1850" spc="3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a</a:t>
            </a:r>
            <a:r>
              <a:rPr dirty="0" sz="1850" spc="3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book</a:t>
            </a:r>
            <a:r>
              <a:rPr dirty="0" sz="1850" spc="3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record</a:t>
            </a:r>
            <a:r>
              <a:rPr dirty="0" sz="1850" spc="3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ADBFB"/>
                </a:solidFill>
                <a:latin typeface="Calibri"/>
                <a:cs typeface="Calibri"/>
              </a:rPr>
              <a:t>from</a:t>
            </a:r>
            <a:r>
              <a:rPr dirty="0" sz="1850" spc="3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ADBFB"/>
                </a:solidFill>
                <a:latin typeface="Calibri"/>
                <a:cs typeface="Calibri"/>
              </a:rPr>
              <a:t>the </a:t>
            </a:r>
            <a:r>
              <a:rPr dirty="0" sz="1850" spc="-10">
                <a:solidFill>
                  <a:srgbClr val="CADBFB"/>
                </a:solidFill>
                <a:latin typeface="Calibri"/>
                <a:cs typeface="Calibri"/>
              </a:rPr>
              <a:t>catalog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Book</a:t>
            </a:r>
            <a:r>
              <a:rPr dirty="0" spc="-45"/>
              <a:t> </a:t>
            </a:r>
            <a:r>
              <a:rPr dirty="0" spc="-10"/>
              <a:t>Record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43287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A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single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struct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backs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every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CRUD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operation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679" y="2423794"/>
            <a:ext cx="6744970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Every</a:t>
            </a:r>
            <a:r>
              <a:rPr dirty="0" sz="225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operation</a:t>
            </a:r>
            <a:r>
              <a:rPr dirty="0" sz="225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reads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from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or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writes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one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array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of</a:t>
            </a:r>
            <a:r>
              <a:rPr dirty="0" sz="225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444F6A"/>
                </a:solidFill>
                <a:latin typeface="Calibri"/>
                <a:cs typeface="Calibri"/>
              </a:rPr>
              <a:t>Book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structures</a:t>
            </a:r>
            <a:r>
              <a:rPr dirty="0" sz="2250" spc="-5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held</a:t>
            </a:r>
            <a:r>
              <a:rPr dirty="0" sz="2250" spc="-5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444F6A"/>
                </a:solidFill>
                <a:latin typeface="Calibri"/>
                <a:cs typeface="Calibri"/>
              </a:rPr>
              <a:t>in</a:t>
            </a:r>
            <a:r>
              <a:rPr dirty="0" sz="2250" spc="-5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444F6A"/>
                </a:solidFill>
                <a:latin typeface="Calibri"/>
                <a:cs typeface="Calibri"/>
              </a:rPr>
              <a:t>memory.</a:t>
            </a:r>
            <a:endParaRPr sz="22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5059679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1638" y="4885054"/>
            <a:ext cx="5818505" cy="974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00"/>
              </a:lnSpc>
              <a:spcBef>
                <a:spcPts val="100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Book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ID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uniquely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identifies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each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record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480"/>
              </a:lnSpc>
              <a:spcBef>
                <a:spcPts val="90"/>
              </a:spcBef>
            </a:pP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Fixed-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size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array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(MAX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=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100)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keeps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system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simple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count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tracks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how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many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books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are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currently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stored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5374004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5688329"/>
            <a:ext cx="66675" cy="6667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983979" y="2331720"/>
            <a:ext cx="8572500" cy="6995159"/>
            <a:chOff x="8983979" y="2331720"/>
            <a:chExt cx="8572500" cy="6995159"/>
          </a:xfrm>
        </p:grpSpPr>
        <p:sp>
          <p:nvSpPr>
            <p:cNvPr id="11" name="object 11"/>
            <p:cNvSpPr/>
            <p:nvPr/>
          </p:nvSpPr>
          <p:spPr>
            <a:xfrm>
              <a:off x="8983979" y="2331720"/>
              <a:ext cx="8572500" cy="6995159"/>
            </a:xfrm>
            <a:custGeom>
              <a:avLst/>
              <a:gdLst/>
              <a:ahLst/>
              <a:cxnLst/>
              <a:rect l="l" t="t" r="r" b="b"/>
              <a:pathLst>
                <a:path w="8572500" h="6995159">
                  <a:moveTo>
                    <a:pt x="8462771" y="6995159"/>
                  </a:moveTo>
                  <a:lnTo>
                    <a:pt x="109727" y="6995159"/>
                  </a:lnTo>
                  <a:lnTo>
                    <a:pt x="67026" y="6986533"/>
                  </a:lnTo>
                  <a:lnTo>
                    <a:pt x="32146" y="6963012"/>
                  </a:lnTo>
                  <a:lnTo>
                    <a:pt x="8626" y="6928132"/>
                  </a:lnTo>
                  <a:lnTo>
                    <a:pt x="0" y="6885431"/>
                  </a:lnTo>
                  <a:lnTo>
                    <a:pt x="0" y="109727"/>
                  </a:ln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8462771" y="0"/>
                  </a:lnTo>
                  <a:lnTo>
                    <a:pt x="8505473" y="8626"/>
                  </a:lnTo>
                  <a:lnTo>
                    <a:pt x="8540352" y="32146"/>
                  </a:lnTo>
                  <a:lnTo>
                    <a:pt x="8563873" y="67026"/>
                  </a:lnTo>
                  <a:lnTo>
                    <a:pt x="8572499" y="109727"/>
                  </a:lnTo>
                  <a:lnTo>
                    <a:pt x="8572499" y="6885431"/>
                  </a:lnTo>
                  <a:lnTo>
                    <a:pt x="8563873" y="6928132"/>
                  </a:lnTo>
                  <a:lnTo>
                    <a:pt x="8540352" y="6963012"/>
                  </a:lnTo>
                  <a:lnTo>
                    <a:pt x="8505473" y="6986533"/>
                  </a:lnTo>
                  <a:lnTo>
                    <a:pt x="8462771" y="6995159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0868" y="2551175"/>
              <a:ext cx="150876" cy="1508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9" y="2551175"/>
              <a:ext cx="150876" cy="1508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2" y="2551175"/>
              <a:ext cx="150876" cy="15087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314179" y="2849276"/>
            <a:ext cx="234061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#define</a:t>
            </a:r>
            <a:r>
              <a:rPr dirty="0" sz="200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MAX</a:t>
            </a:r>
            <a:r>
              <a:rPr dirty="0" sz="200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D6E3FB"/>
                </a:solidFill>
                <a:latin typeface="Courier New"/>
                <a:cs typeface="Courier New"/>
              </a:rPr>
              <a:t>100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14179" y="3496976"/>
            <a:ext cx="3729354" cy="32486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629920" marR="1239520" indent="-617855">
              <a:lnSpc>
                <a:spcPts val="2550"/>
              </a:lnSpc>
              <a:spcBef>
                <a:spcPts val="85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typedef</a:t>
            </a:r>
            <a:r>
              <a:rPr dirty="0" sz="2000" spc="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struct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D6E3FB"/>
                </a:solidFill>
                <a:latin typeface="Courier New"/>
                <a:cs typeface="Courier New"/>
              </a:rPr>
              <a:t>id;</a:t>
            </a:r>
            <a:endParaRPr sz="2000">
              <a:latin typeface="Courier New"/>
              <a:cs typeface="Courier New"/>
            </a:endParaRPr>
          </a:p>
          <a:p>
            <a:pPr marL="629920" marR="5080">
              <a:lnSpc>
                <a:spcPts val="2550"/>
              </a:lnSpc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char</a:t>
            </a:r>
            <a:r>
              <a:rPr dirty="0" sz="2000" spc="6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title[100];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char</a:t>
            </a:r>
            <a:r>
              <a:rPr dirty="0" sz="2000" spc="6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author[100];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char</a:t>
            </a:r>
            <a:r>
              <a:rPr dirty="0" sz="2000" spc="6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category[50];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char</a:t>
            </a:r>
            <a:r>
              <a:rPr dirty="0" sz="2000" spc="6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publisher[100];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year;</a:t>
            </a:r>
            <a:endParaRPr sz="2000">
              <a:latin typeface="Courier New"/>
              <a:cs typeface="Courier New"/>
            </a:endParaRPr>
          </a:p>
          <a:p>
            <a:pPr marL="629920" marR="1085215">
              <a:lnSpc>
                <a:spcPts val="2550"/>
              </a:lnSpc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quantity;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float</a:t>
            </a:r>
            <a:r>
              <a:rPr dirty="0" sz="200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price;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r>
              <a:rPr dirty="0" sz="2000" spc="2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Book;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14179" y="7059326"/>
            <a:ext cx="2494915" cy="6578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ts val="2550"/>
              </a:lnSpc>
              <a:spcBef>
                <a:spcPts val="8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Book</a:t>
            </a:r>
            <a:r>
              <a:rPr dirty="0" sz="2000" spc="6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books[MAX];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count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D6E3FB"/>
                </a:solidFill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 — </a:t>
            </a:r>
            <a:r>
              <a:rPr dirty="0" spc="-10"/>
              <a:t>addBook()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3405504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Adding a new book to the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catalog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3667125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1638" y="3492500"/>
            <a:ext cx="7141209" cy="128841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320675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Duplicate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Check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findId()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scans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existing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records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prevent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ID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conflicts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70"/>
              </a:lnSpc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Input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Sanitization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fgets()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and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strcspn()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for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clean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string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handling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95"/>
              </a:lnSpc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Validation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ensures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positive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values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for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price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and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quantity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295774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610099"/>
            <a:ext cx="66675" cy="666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83979" y="2400299"/>
            <a:ext cx="8572500" cy="7338059"/>
            <a:chOff x="8983979" y="2400299"/>
            <a:chExt cx="8572500" cy="7338059"/>
          </a:xfrm>
        </p:grpSpPr>
        <p:sp>
          <p:nvSpPr>
            <p:cNvPr id="10" name="object 10"/>
            <p:cNvSpPr/>
            <p:nvPr/>
          </p:nvSpPr>
          <p:spPr>
            <a:xfrm>
              <a:off x="8983979" y="2400299"/>
              <a:ext cx="8572500" cy="7338059"/>
            </a:xfrm>
            <a:custGeom>
              <a:avLst/>
              <a:gdLst/>
              <a:ahLst/>
              <a:cxnLst/>
              <a:rect l="l" t="t" r="r" b="b"/>
              <a:pathLst>
                <a:path w="8572500" h="7338059">
                  <a:moveTo>
                    <a:pt x="8462772" y="7338060"/>
                  </a:moveTo>
                  <a:lnTo>
                    <a:pt x="109728" y="7338060"/>
                  </a:lnTo>
                  <a:lnTo>
                    <a:pt x="67026" y="7329434"/>
                  </a:lnTo>
                  <a:lnTo>
                    <a:pt x="32146" y="7305913"/>
                  </a:lnTo>
                  <a:lnTo>
                    <a:pt x="8626" y="7271034"/>
                  </a:lnTo>
                  <a:lnTo>
                    <a:pt x="0" y="7228332"/>
                  </a:lnTo>
                  <a:lnTo>
                    <a:pt x="0" y="109728"/>
                  </a:ln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8462772" y="0"/>
                  </a:lnTo>
                  <a:lnTo>
                    <a:pt x="8505474" y="8626"/>
                  </a:lnTo>
                  <a:lnTo>
                    <a:pt x="8540353" y="32146"/>
                  </a:lnTo>
                  <a:lnTo>
                    <a:pt x="8563874" y="67026"/>
                  </a:lnTo>
                  <a:lnTo>
                    <a:pt x="8572500" y="109728"/>
                  </a:lnTo>
                  <a:lnTo>
                    <a:pt x="8572500" y="7228332"/>
                  </a:lnTo>
                  <a:lnTo>
                    <a:pt x="8563874" y="7271034"/>
                  </a:lnTo>
                  <a:lnTo>
                    <a:pt x="8540353" y="7305913"/>
                  </a:lnTo>
                  <a:lnTo>
                    <a:pt x="8505474" y="7329434"/>
                  </a:lnTo>
                  <a:lnTo>
                    <a:pt x="8462772" y="7338060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0868" y="2619755"/>
              <a:ext cx="150876" cy="1508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9" y="2619755"/>
              <a:ext cx="150876" cy="1508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1" y="2619755"/>
              <a:ext cx="150876" cy="1508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14179" y="2928524"/>
            <a:ext cx="5284470" cy="66890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538480" marR="3159760" indent="-526415">
              <a:lnSpc>
                <a:spcPct val="102899"/>
              </a:lnSpc>
              <a:spcBef>
                <a:spcPts val="65"/>
              </a:spcBef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void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addBook()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Book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D6E3FB"/>
                </a:solidFill>
                <a:latin typeface="Courier New"/>
                <a:cs typeface="Courier New"/>
              </a:rPr>
              <a:t>b;</a:t>
            </a:r>
            <a:endParaRPr sz="1700">
              <a:latin typeface="Courier New"/>
              <a:cs typeface="Courier New"/>
            </a:endParaRPr>
          </a:p>
          <a:p>
            <a:pPr marL="538480" marR="1319530">
              <a:lnSpc>
                <a:spcPct val="102899"/>
              </a:lnSpc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printf("Enter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Book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ID: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D6E3FB"/>
                </a:solidFill>
                <a:latin typeface="Courier New"/>
                <a:cs typeface="Courier New"/>
              </a:rPr>
              <a:t>");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scanf("%d",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&amp;b.id);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700">
              <a:latin typeface="Courier New"/>
              <a:cs typeface="Courier New"/>
            </a:endParaRPr>
          </a:p>
          <a:p>
            <a:pPr marL="1064260" marR="793750" indent="-526415">
              <a:lnSpc>
                <a:spcPct val="102899"/>
              </a:lnSpc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(findId(b.id)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!=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-1)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printf("Duplicate</a:t>
            </a:r>
            <a:r>
              <a:rPr dirty="0" sz="1700" spc="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ID!\n"); return;</a:t>
            </a:r>
            <a:endParaRPr sz="1700">
              <a:latin typeface="Courier New"/>
              <a:cs typeface="Courier New"/>
            </a:endParaRPr>
          </a:p>
          <a:p>
            <a:pPr marL="538480">
              <a:lnSpc>
                <a:spcPct val="100000"/>
              </a:lnSpc>
              <a:spcBef>
                <a:spcPts val="60"/>
              </a:spcBef>
            </a:pPr>
            <a:r>
              <a:rPr dirty="0" sz="17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  <a:p>
            <a:pPr marL="538480" marR="2371090">
              <a:lnSpc>
                <a:spcPct val="102899"/>
              </a:lnSpc>
            </a:pP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getchar();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printf("Title: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D6E3FB"/>
                </a:solidFill>
                <a:latin typeface="Courier New"/>
                <a:cs typeface="Courier New"/>
              </a:rPr>
              <a:t>");</a:t>
            </a:r>
            <a:endParaRPr sz="1700">
              <a:latin typeface="Courier New"/>
              <a:cs typeface="Courier New"/>
            </a:endParaRPr>
          </a:p>
          <a:p>
            <a:pPr marL="538480" marR="5080">
              <a:lnSpc>
                <a:spcPct val="102899"/>
              </a:lnSpc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fgets(b.title,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100,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stdin);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b.title[strcspn(b.title,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"\n")]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D6E3FB"/>
                </a:solidFill>
                <a:latin typeface="Courier New"/>
                <a:cs typeface="Courier New"/>
              </a:rPr>
              <a:t>0;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700">
              <a:latin typeface="Courier New"/>
              <a:cs typeface="Courier New"/>
            </a:endParaRPr>
          </a:p>
          <a:p>
            <a:pPr marL="538480" marR="1450975">
              <a:lnSpc>
                <a:spcPct val="102899"/>
              </a:lnSpc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printf("Quantity: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D6E3FB"/>
                </a:solidFill>
                <a:latin typeface="Courier New"/>
                <a:cs typeface="Courier New"/>
              </a:rPr>
              <a:t>");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scanf("%d",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&amp;b.quantity);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printf("Price: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D6E3FB"/>
                </a:solidFill>
                <a:latin typeface="Courier New"/>
                <a:cs typeface="Courier New"/>
              </a:rPr>
              <a:t>");</a:t>
            </a:r>
            <a:endParaRPr sz="1700">
              <a:latin typeface="Courier New"/>
              <a:cs typeface="Courier New"/>
            </a:endParaRPr>
          </a:p>
          <a:p>
            <a:pPr marL="538480">
              <a:lnSpc>
                <a:spcPct val="100000"/>
              </a:lnSpc>
              <a:spcBef>
                <a:spcPts val="60"/>
              </a:spcBef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scanf("%f",</a:t>
            </a:r>
            <a:r>
              <a:rPr dirty="0" sz="1700" spc="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&amp;b.price);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700">
              <a:latin typeface="Courier New"/>
              <a:cs typeface="Courier New"/>
            </a:endParaRPr>
          </a:p>
          <a:p>
            <a:pPr marL="1064260" marR="5080" indent="-526415">
              <a:lnSpc>
                <a:spcPct val="102899"/>
              </a:lnSpc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(b.quantity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&lt;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0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||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b.price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&lt;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0)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printf("Invalid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data!\n"); return;</a:t>
            </a:r>
            <a:endParaRPr sz="1700">
              <a:latin typeface="Courier New"/>
              <a:cs typeface="Courier New"/>
            </a:endParaRPr>
          </a:p>
          <a:p>
            <a:pPr marL="538480">
              <a:lnSpc>
                <a:spcPct val="100000"/>
              </a:lnSpc>
              <a:spcBef>
                <a:spcPts val="60"/>
              </a:spcBef>
            </a:pPr>
            <a:r>
              <a:rPr dirty="0" sz="17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  <a:p>
            <a:pPr marL="538480" marR="1582420">
              <a:lnSpc>
                <a:spcPct val="102899"/>
              </a:lnSpc>
              <a:spcBef>
                <a:spcPts val="5"/>
              </a:spcBef>
            </a:pP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books[count++]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D6E3FB"/>
                </a:solidFill>
                <a:latin typeface="Courier New"/>
                <a:cs typeface="Courier New"/>
              </a:rPr>
              <a:t>b; </a:t>
            </a:r>
            <a:r>
              <a:rPr dirty="0" sz="170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1700" spc="1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D6E3FB"/>
                </a:solidFill>
                <a:latin typeface="Courier New"/>
                <a:cs typeface="Courier New"/>
              </a:rPr>
              <a:t>added.\n");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14179" y="9596024"/>
            <a:ext cx="157480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READ — </a:t>
            </a:r>
            <a:r>
              <a:rPr dirty="0" spc="-10"/>
              <a:t>viewBook()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35286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Displaying</a:t>
            </a:r>
            <a:r>
              <a:rPr dirty="0" sz="1950" spc="-3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the</a:t>
            </a:r>
            <a:r>
              <a:rPr dirty="0" sz="1950" spc="-2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full</a:t>
            </a:r>
            <a:r>
              <a:rPr dirty="0" sz="1950" spc="-3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library</a:t>
            </a:r>
            <a:r>
              <a:rPr dirty="0" sz="1950" spc="-2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inventory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3686175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1638" y="3511550"/>
            <a:ext cx="5939790" cy="974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00"/>
              </a:lnSpc>
              <a:spcBef>
                <a:spcPts val="100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Iterates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through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global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book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array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75"/>
              </a:lnSpc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Formatted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output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for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every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stored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attribute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95"/>
              </a:lnSpc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Empty-state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check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informs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users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if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library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vacant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000500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314824"/>
            <a:ext cx="66675" cy="666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83979" y="2400300"/>
            <a:ext cx="8572500" cy="6309360"/>
            <a:chOff x="8983979" y="2400300"/>
            <a:chExt cx="8572500" cy="6309360"/>
          </a:xfrm>
        </p:grpSpPr>
        <p:sp>
          <p:nvSpPr>
            <p:cNvPr id="10" name="object 10"/>
            <p:cNvSpPr/>
            <p:nvPr/>
          </p:nvSpPr>
          <p:spPr>
            <a:xfrm>
              <a:off x="8983979" y="2400300"/>
              <a:ext cx="8572500" cy="6309360"/>
            </a:xfrm>
            <a:custGeom>
              <a:avLst/>
              <a:gdLst/>
              <a:ahLst/>
              <a:cxnLst/>
              <a:rect l="l" t="t" r="r" b="b"/>
              <a:pathLst>
                <a:path w="8572500" h="6309359">
                  <a:moveTo>
                    <a:pt x="8462771" y="6309359"/>
                  </a:moveTo>
                  <a:lnTo>
                    <a:pt x="109727" y="6309359"/>
                  </a:lnTo>
                  <a:lnTo>
                    <a:pt x="67026" y="6300733"/>
                  </a:lnTo>
                  <a:lnTo>
                    <a:pt x="32146" y="6277212"/>
                  </a:lnTo>
                  <a:lnTo>
                    <a:pt x="8626" y="6242333"/>
                  </a:lnTo>
                  <a:lnTo>
                    <a:pt x="0" y="6199631"/>
                  </a:lnTo>
                  <a:lnTo>
                    <a:pt x="0" y="109727"/>
                  </a:ln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8462771" y="0"/>
                  </a:lnTo>
                  <a:lnTo>
                    <a:pt x="8505473" y="8626"/>
                  </a:lnTo>
                  <a:lnTo>
                    <a:pt x="8540352" y="32146"/>
                  </a:lnTo>
                  <a:lnTo>
                    <a:pt x="8563873" y="67026"/>
                  </a:lnTo>
                  <a:lnTo>
                    <a:pt x="8572499" y="109727"/>
                  </a:lnTo>
                  <a:lnTo>
                    <a:pt x="8572499" y="6199631"/>
                  </a:lnTo>
                  <a:lnTo>
                    <a:pt x="8563873" y="6242333"/>
                  </a:lnTo>
                  <a:lnTo>
                    <a:pt x="8540352" y="6277212"/>
                  </a:lnTo>
                  <a:lnTo>
                    <a:pt x="8505473" y="6300733"/>
                  </a:lnTo>
                  <a:lnTo>
                    <a:pt x="8462771" y="6309359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0868" y="2619755"/>
              <a:ext cx="150876" cy="1508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9" y="2619755"/>
              <a:ext cx="150876" cy="1508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2" y="2619755"/>
              <a:ext cx="150876" cy="1508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14179" y="2917856"/>
            <a:ext cx="7433309" cy="48679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void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viewBook()</a:t>
            </a:r>
            <a:r>
              <a:rPr dirty="0" sz="2000" spc="10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  <a:spcBef>
                <a:spcPts val="15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(count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==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0)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47140" marR="1548130">
              <a:lnSpc>
                <a:spcPts val="2550"/>
              </a:lnSpc>
              <a:spcBef>
                <a:spcPts val="11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printf("Library</a:t>
            </a:r>
            <a:r>
              <a:rPr dirty="0" sz="2000" spc="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is</a:t>
            </a:r>
            <a:r>
              <a:rPr dirty="0" sz="2000" spc="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empty.\n"); return;</a:t>
            </a: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  <a:spcBef>
                <a:spcPts val="40"/>
              </a:spcBef>
            </a:pP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47140" marR="5080" indent="-617855">
              <a:lnSpc>
                <a:spcPts val="2550"/>
              </a:lnSpc>
              <a:spcBef>
                <a:spcPts val="11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for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(int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0;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&lt;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count;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i++)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printf("ID:</a:t>
            </a:r>
            <a:r>
              <a:rPr dirty="0" sz="2000" spc="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%d\n",</a:t>
            </a:r>
            <a:r>
              <a:rPr dirty="0" sz="2000" spc="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books[i].id);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printf("Title:</a:t>
            </a:r>
            <a:r>
              <a:rPr dirty="0" sz="2000" spc="1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%s\n",</a:t>
            </a:r>
            <a:r>
              <a:rPr dirty="0" sz="2000" spc="1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books[i].title);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printf("Author:</a:t>
            </a:r>
            <a:r>
              <a:rPr dirty="0" sz="2000" spc="1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%s\n",</a:t>
            </a:r>
            <a:r>
              <a:rPr dirty="0" sz="2000" spc="1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books[i].author);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printf("Qty:</a:t>
            </a:r>
            <a:r>
              <a:rPr dirty="0" sz="200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%d</a:t>
            </a:r>
            <a:r>
              <a:rPr dirty="0" sz="2000" spc="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|</a:t>
            </a:r>
            <a:r>
              <a:rPr dirty="0" sz="200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Price:</a:t>
            </a:r>
            <a:r>
              <a:rPr dirty="0" sz="2000" spc="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%.2f\n",</a:t>
            </a:r>
            <a:endParaRPr sz="2000">
              <a:latin typeface="Courier New"/>
              <a:cs typeface="Courier New"/>
            </a:endParaRPr>
          </a:p>
          <a:p>
            <a:pPr marL="2327275" marR="2319655">
              <a:lnSpc>
                <a:spcPts val="2550"/>
              </a:lnSpc>
            </a:pP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books[i].quantity, books[i].price);</a:t>
            </a:r>
            <a:endParaRPr sz="2000">
              <a:latin typeface="Courier New"/>
              <a:cs typeface="Courier New"/>
            </a:endParaRPr>
          </a:p>
          <a:p>
            <a:pPr marL="1247140">
              <a:lnSpc>
                <a:spcPct val="100000"/>
              </a:lnSpc>
              <a:spcBef>
                <a:spcPts val="4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printf("------------------------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\n");</a:t>
            </a: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  <a:spcBef>
                <a:spcPts val="150"/>
              </a:spcBef>
            </a:pP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READ — </a:t>
            </a:r>
            <a:r>
              <a:rPr dirty="0" spc="-10"/>
              <a:t>searchBook()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325755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Locating one record in O(n) </a:t>
            </a:r>
            <a:r>
              <a:rPr dirty="0" sz="1950" spc="-20" i="1">
                <a:solidFill>
                  <a:srgbClr val="6A7999"/>
                </a:solidFill>
                <a:latin typeface="Calibri"/>
                <a:cs typeface="Calibri"/>
              </a:rPr>
              <a:t>time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3686175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1638" y="3511550"/>
            <a:ext cx="6007100" cy="97409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11176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Leverages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findId()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helper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locate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specific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records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Instantly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pulls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up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details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using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unique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Book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ID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Efficient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for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targeted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queries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even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catalog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grows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000500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314824"/>
            <a:ext cx="66675" cy="666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83979" y="2400299"/>
            <a:ext cx="8572500" cy="7338059"/>
            <a:chOff x="8983979" y="2400299"/>
            <a:chExt cx="8572500" cy="7338059"/>
          </a:xfrm>
        </p:grpSpPr>
        <p:sp>
          <p:nvSpPr>
            <p:cNvPr id="10" name="object 10"/>
            <p:cNvSpPr/>
            <p:nvPr/>
          </p:nvSpPr>
          <p:spPr>
            <a:xfrm>
              <a:off x="8983979" y="2400299"/>
              <a:ext cx="8572500" cy="7338059"/>
            </a:xfrm>
            <a:custGeom>
              <a:avLst/>
              <a:gdLst/>
              <a:ahLst/>
              <a:cxnLst/>
              <a:rect l="l" t="t" r="r" b="b"/>
              <a:pathLst>
                <a:path w="8572500" h="7338059">
                  <a:moveTo>
                    <a:pt x="8462772" y="7338060"/>
                  </a:moveTo>
                  <a:lnTo>
                    <a:pt x="109728" y="7338060"/>
                  </a:lnTo>
                  <a:lnTo>
                    <a:pt x="67026" y="7329434"/>
                  </a:lnTo>
                  <a:lnTo>
                    <a:pt x="32146" y="7305913"/>
                  </a:lnTo>
                  <a:lnTo>
                    <a:pt x="8626" y="7271034"/>
                  </a:lnTo>
                  <a:lnTo>
                    <a:pt x="0" y="7228332"/>
                  </a:lnTo>
                  <a:lnTo>
                    <a:pt x="0" y="109728"/>
                  </a:ln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8462772" y="0"/>
                  </a:lnTo>
                  <a:lnTo>
                    <a:pt x="8505474" y="8626"/>
                  </a:lnTo>
                  <a:lnTo>
                    <a:pt x="8540353" y="32146"/>
                  </a:lnTo>
                  <a:lnTo>
                    <a:pt x="8563874" y="67026"/>
                  </a:lnTo>
                  <a:lnTo>
                    <a:pt x="8572500" y="109728"/>
                  </a:lnTo>
                  <a:lnTo>
                    <a:pt x="8572500" y="7228332"/>
                  </a:lnTo>
                  <a:lnTo>
                    <a:pt x="8563874" y="7271034"/>
                  </a:lnTo>
                  <a:lnTo>
                    <a:pt x="8540353" y="7305913"/>
                  </a:lnTo>
                  <a:lnTo>
                    <a:pt x="8505474" y="7329434"/>
                  </a:lnTo>
                  <a:lnTo>
                    <a:pt x="8462772" y="7338060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0868" y="2619755"/>
              <a:ext cx="150876" cy="1508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9" y="2619755"/>
              <a:ext cx="150876" cy="1508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1" y="2619755"/>
              <a:ext cx="150876" cy="1508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14179" y="2927953"/>
            <a:ext cx="6456045" cy="56261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1850" spc="7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findId(int</a:t>
            </a:r>
            <a:r>
              <a:rPr dirty="0" sz="185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id)</a:t>
            </a:r>
            <a:r>
              <a:rPr dirty="0" sz="185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1850">
              <a:latin typeface="Courier New"/>
              <a:cs typeface="Courier New"/>
            </a:endParaRPr>
          </a:p>
          <a:p>
            <a:pPr marL="1155700" marR="1433830" indent="-572135">
              <a:lnSpc>
                <a:spcPct val="104700"/>
              </a:lnSpc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for</a:t>
            </a:r>
            <a:r>
              <a:rPr dirty="0" sz="185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(int</a:t>
            </a:r>
            <a:r>
              <a:rPr dirty="0" sz="185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</a:t>
            </a:r>
            <a:r>
              <a:rPr dirty="0" sz="185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185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0;</a:t>
            </a:r>
            <a:r>
              <a:rPr dirty="0" sz="185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</a:t>
            </a:r>
            <a:r>
              <a:rPr dirty="0" sz="185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&lt;</a:t>
            </a:r>
            <a:r>
              <a:rPr dirty="0" sz="185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count;</a:t>
            </a:r>
            <a:r>
              <a:rPr dirty="0" sz="185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20">
                <a:solidFill>
                  <a:srgbClr val="D6E3FB"/>
                </a:solidFill>
                <a:latin typeface="Courier New"/>
                <a:cs typeface="Courier New"/>
              </a:rPr>
              <a:t>i++)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1850" spc="7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(books[i].id</a:t>
            </a:r>
            <a:r>
              <a:rPr dirty="0" sz="185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==</a:t>
            </a:r>
            <a:r>
              <a:rPr dirty="0" sz="1850" spc="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25">
                <a:solidFill>
                  <a:srgbClr val="D6E3FB"/>
                </a:solidFill>
                <a:latin typeface="Courier New"/>
                <a:cs typeface="Courier New"/>
              </a:rPr>
              <a:t>id)</a:t>
            </a:r>
            <a:endParaRPr sz="1850">
              <a:latin typeface="Courier New"/>
              <a:cs typeface="Courier New"/>
            </a:endParaRPr>
          </a:p>
          <a:p>
            <a:pPr marL="584200" marR="3434079" indent="1143000">
              <a:lnSpc>
                <a:spcPct val="104700"/>
              </a:lnSpc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return</a:t>
            </a:r>
            <a:r>
              <a:rPr dirty="0" sz="1850" spc="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25">
                <a:solidFill>
                  <a:srgbClr val="D6E3FB"/>
                </a:solidFill>
                <a:latin typeface="Courier New"/>
                <a:cs typeface="Courier New"/>
              </a:rPr>
              <a:t>i;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return</a:t>
            </a:r>
            <a:r>
              <a:rPr dirty="0" sz="1850" spc="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-</a:t>
            </a:r>
            <a:r>
              <a:rPr dirty="0" sz="1850" spc="-25">
                <a:solidFill>
                  <a:srgbClr val="D6E3FB"/>
                </a:solidFill>
                <a:latin typeface="Courier New"/>
                <a:cs typeface="Courier New"/>
              </a:rPr>
              <a:t>1;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850">
              <a:latin typeface="Courier New"/>
              <a:cs typeface="Courier New"/>
            </a:endParaRPr>
          </a:p>
          <a:p>
            <a:pPr marL="584200" marR="3720465" indent="-572135">
              <a:lnSpc>
                <a:spcPct val="104700"/>
              </a:lnSpc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void</a:t>
            </a:r>
            <a:r>
              <a:rPr dirty="0" sz="1850" spc="10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searchBook()</a:t>
            </a:r>
            <a:r>
              <a:rPr dirty="0" sz="1850" spc="10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185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id,</a:t>
            </a:r>
            <a:r>
              <a:rPr dirty="0" sz="185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20">
                <a:solidFill>
                  <a:srgbClr val="D6E3FB"/>
                </a:solidFill>
                <a:latin typeface="Courier New"/>
                <a:cs typeface="Courier New"/>
              </a:rPr>
              <a:t>idx;</a:t>
            </a:r>
            <a:endParaRPr sz="1850">
              <a:latin typeface="Courier New"/>
              <a:cs typeface="Courier New"/>
            </a:endParaRPr>
          </a:p>
          <a:p>
            <a:pPr marL="584200" marR="2148205">
              <a:lnSpc>
                <a:spcPct val="104700"/>
              </a:lnSpc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printf("Enter</a:t>
            </a:r>
            <a:r>
              <a:rPr dirty="0" sz="1850" spc="8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Book</a:t>
            </a:r>
            <a:r>
              <a:rPr dirty="0" sz="1850" spc="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ID:</a:t>
            </a:r>
            <a:r>
              <a:rPr dirty="0" sz="1850" spc="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25">
                <a:solidFill>
                  <a:srgbClr val="D6E3FB"/>
                </a:solidFill>
                <a:latin typeface="Courier New"/>
                <a:cs typeface="Courier New"/>
              </a:rPr>
              <a:t>");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scanf("%d",</a:t>
            </a:r>
            <a:r>
              <a:rPr dirty="0" sz="1850" spc="1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10">
                <a:solidFill>
                  <a:srgbClr val="D6E3FB"/>
                </a:solidFill>
                <a:latin typeface="Courier New"/>
                <a:cs typeface="Courier New"/>
              </a:rPr>
              <a:t>&amp;id);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850">
              <a:latin typeface="Courier New"/>
              <a:cs typeface="Courier New"/>
            </a:endParaRPr>
          </a:p>
          <a:p>
            <a:pPr marL="584200" marR="3434079">
              <a:lnSpc>
                <a:spcPct val="104700"/>
              </a:lnSpc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idx</a:t>
            </a:r>
            <a:r>
              <a:rPr dirty="0" sz="1850" spc="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1850" spc="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10">
                <a:solidFill>
                  <a:srgbClr val="D6E3FB"/>
                </a:solidFill>
                <a:latin typeface="Courier New"/>
                <a:cs typeface="Courier New"/>
              </a:rPr>
              <a:t>findId(id);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185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(idx</a:t>
            </a:r>
            <a:r>
              <a:rPr dirty="0" sz="185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==</a:t>
            </a:r>
            <a:r>
              <a:rPr dirty="0" sz="185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-1)</a:t>
            </a:r>
            <a:r>
              <a:rPr dirty="0" sz="185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1850">
              <a:latin typeface="Courier New"/>
              <a:cs typeface="Courier New"/>
            </a:endParaRPr>
          </a:p>
          <a:p>
            <a:pPr marL="1155700" marR="1290955">
              <a:lnSpc>
                <a:spcPct val="104700"/>
              </a:lnSpc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185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not</a:t>
            </a:r>
            <a:r>
              <a:rPr dirty="0" sz="1850" spc="10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10">
                <a:solidFill>
                  <a:srgbClr val="D6E3FB"/>
                </a:solidFill>
                <a:latin typeface="Courier New"/>
                <a:cs typeface="Courier New"/>
              </a:rPr>
              <a:t>found.\n"); return;</a:t>
            </a:r>
            <a:endParaRPr sz="1850">
              <a:latin typeface="Courier New"/>
              <a:cs typeface="Courier New"/>
            </a:endParaRPr>
          </a:p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dirty="0" sz="18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850">
              <a:latin typeface="Courier New"/>
              <a:cs typeface="Courier New"/>
            </a:endParaRPr>
          </a:p>
          <a:p>
            <a:pPr marL="584200" marR="5080">
              <a:lnSpc>
                <a:spcPct val="104700"/>
              </a:lnSpc>
            </a:pP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printf("Title:</a:t>
            </a:r>
            <a:r>
              <a:rPr dirty="0" sz="1850" spc="12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%s\n",</a:t>
            </a:r>
            <a:r>
              <a:rPr dirty="0" sz="1850" spc="12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10">
                <a:solidFill>
                  <a:srgbClr val="D6E3FB"/>
                </a:solidFill>
                <a:latin typeface="Courier New"/>
                <a:cs typeface="Courier New"/>
              </a:rPr>
              <a:t>books[idx].title);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printf("Qty:</a:t>
            </a:r>
            <a:r>
              <a:rPr dirty="0" sz="1850" spc="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>
                <a:solidFill>
                  <a:srgbClr val="D6E3FB"/>
                </a:solidFill>
                <a:latin typeface="Courier New"/>
                <a:cs typeface="Courier New"/>
              </a:rPr>
              <a:t>%d\n",</a:t>
            </a:r>
            <a:r>
              <a:rPr dirty="0" sz="1850" spc="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850" spc="-10">
                <a:solidFill>
                  <a:srgbClr val="D6E3FB"/>
                </a:solidFill>
                <a:latin typeface="Courier New"/>
                <a:cs typeface="Courier New"/>
              </a:rPr>
              <a:t>books[idx].quantity);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14179" y="8538178"/>
            <a:ext cx="16891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UPDATE — </a:t>
            </a:r>
            <a:r>
              <a:rPr dirty="0" spc="-10"/>
              <a:t>issueBook()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433197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Checking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out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a book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reduces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its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availability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3686175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1638" y="3511550"/>
            <a:ext cx="5504815" cy="974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00"/>
              </a:lnSpc>
              <a:spcBef>
                <a:spcPts val="100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Validation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locates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record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via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findId()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480"/>
              </a:lnSpc>
              <a:spcBef>
                <a:spcPts val="90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Inventory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calculation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reduces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quantity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register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Quantity_new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=</a:t>
            </a:r>
            <a:r>
              <a:rPr dirty="0" sz="2100" spc="-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Quantity_old</a:t>
            </a:r>
            <a:r>
              <a:rPr dirty="0" sz="2100" spc="-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−</a:t>
            </a:r>
            <a:r>
              <a:rPr dirty="0" sz="2100" spc="-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444F6A"/>
                </a:solidFill>
                <a:latin typeface="Calibri"/>
                <a:cs typeface="Calibri"/>
              </a:rPr>
              <a:t>1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000500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314824"/>
            <a:ext cx="66675" cy="666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83980" y="2400299"/>
            <a:ext cx="8572500" cy="6858000"/>
            <a:chOff x="8983980" y="2400299"/>
            <a:chExt cx="8572500" cy="6858000"/>
          </a:xfrm>
        </p:grpSpPr>
        <p:sp>
          <p:nvSpPr>
            <p:cNvPr id="10" name="object 10"/>
            <p:cNvSpPr/>
            <p:nvPr/>
          </p:nvSpPr>
          <p:spPr>
            <a:xfrm>
              <a:off x="8983980" y="2400299"/>
              <a:ext cx="8572500" cy="6858000"/>
            </a:xfrm>
            <a:custGeom>
              <a:avLst/>
              <a:gdLst/>
              <a:ahLst/>
              <a:cxnLst/>
              <a:rect l="l" t="t" r="r" b="b"/>
              <a:pathLst>
                <a:path w="8572500" h="6858000">
                  <a:moveTo>
                    <a:pt x="8462771" y="6857999"/>
                  </a:moveTo>
                  <a:lnTo>
                    <a:pt x="109727" y="6857999"/>
                  </a:lnTo>
                  <a:lnTo>
                    <a:pt x="67026" y="6849373"/>
                  </a:lnTo>
                  <a:lnTo>
                    <a:pt x="32146" y="6825852"/>
                  </a:lnTo>
                  <a:lnTo>
                    <a:pt x="8626" y="6790973"/>
                  </a:lnTo>
                  <a:lnTo>
                    <a:pt x="0" y="6748271"/>
                  </a:lnTo>
                  <a:lnTo>
                    <a:pt x="0" y="109727"/>
                  </a:ln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8462771" y="0"/>
                  </a:lnTo>
                  <a:lnTo>
                    <a:pt x="8505473" y="8626"/>
                  </a:lnTo>
                  <a:lnTo>
                    <a:pt x="8540352" y="32146"/>
                  </a:lnTo>
                  <a:lnTo>
                    <a:pt x="8563873" y="67026"/>
                  </a:lnTo>
                  <a:lnTo>
                    <a:pt x="8572499" y="109727"/>
                  </a:lnTo>
                  <a:lnTo>
                    <a:pt x="8572499" y="6748271"/>
                  </a:lnTo>
                  <a:lnTo>
                    <a:pt x="8563873" y="6790973"/>
                  </a:lnTo>
                  <a:lnTo>
                    <a:pt x="8540352" y="6825852"/>
                  </a:lnTo>
                  <a:lnTo>
                    <a:pt x="8505473" y="6849373"/>
                  </a:lnTo>
                  <a:lnTo>
                    <a:pt x="8462771" y="6857999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0868" y="2619755"/>
              <a:ext cx="150876" cy="1508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20" y="2619755"/>
              <a:ext cx="150876" cy="1508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2" y="2619755"/>
              <a:ext cx="150876" cy="1508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14179" y="2927667"/>
            <a:ext cx="6267450" cy="51993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607060" marR="3571875" indent="-594995">
              <a:lnSpc>
                <a:spcPct val="102600"/>
              </a:lnSpc>
              <a:spcBef>
                <a:spcPts val="40"/>
              </a:spcBef>
            </a:pP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void</a:t>
            </a:r>
            <a:r>
              <a:rPr dirty="0" sz="1950" spc="-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issueBook()</a:t>
            </a:r>
            <a:r>
              <a:rPr dirty="0" sz="1950" spc="-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1950" spc="-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id,</a:t>
            </a:r>
            <a:r>
              <a:rPr dirty="0" sz="1950" spc="-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20">
                <a:solidFill>
                  <a:srgbClr val="D6E3FB"/>
                </a:solidFill>
                <a:latin typeface="Courier New"/>
                <a:cs typeface="Courier New"/>
              </a:rPr>
              <a:t>idx;</a:t>
            </a:r>
            <a:endParaRPr sz="1950">
              <a:latin typeface="Courier New"/>
              <a:cs typeface="Courier New"/>
            </a:endParaRPr>
          </a:p>
          <a:p>
            <a:pPr marL="607060" marR="1788160">
              <a:lnSpc>
                <a:spcPct val="102600"/>
              </a:lnSpc>
            </a:pP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printf("Enter</a:t>
            </a:r>
            <a:r>
              <a:rPr dirty="0" sz="1950" spc="-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Book</a:t>
            </a:r>
            <a:r>
              <a:rPr dirty="0" sz="1950" spc="-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ID:</a:t>
            </a:r>
            <a:r>
              <a:rPr dirty="0" sz="1950" spc="-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25">
                <a:solidFill>
                  <a:srgbClr val="D6E3FB"/>
                </a:solidFill>
                <a:latin typeface="Courier New"/>
                <a:cs typeface="Courier New"/>
              </a:rPr>
              <a:t>");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scanf("%d",</a:t>
            </a:r>
            <a:r>
              <a:rPr dirty="0" sz="1950" spc="-13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10">
                <a:solidFill>
                  <a:srgbClr val="D6E3FB"/>
                </a:solidFill>
                <a:latin typeface="Courier New"/>
                <a:cs typeface="Courier New"/>
              </a:rPr>
              <a:t>&amp;id);</a:t>
            </a:r>
            <a:endParaRPr sz="1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950">
              <a:latin typeface="Courier New"/>
              <a:cs typeface="Courier New"/>
            </a:endParaRPr>
          </a:p>
          <a:p>
            <a:pPr marL="607060" marR="3125470">
              <a:lnSpc>
                <a:spcPct val="102600"/>
              </a:lnSpc>
            </a:pP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idx</a:t>
            </a:r>
            <a:r>
              <a:rPr dirty="0" sz="1950" spc="-2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1950" spc="-2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10">
                <a:solidFill>
                  <a:srgbClr val="D6E3FB"/>
                </a:solidFill>
                <a:latin typeface="Courier New"/>
                <a:cs typeface="Courier New"/>
              </a:rPr>
              <a:t>findId(id);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1950" spc="-3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(idx</a:t>
            </a:r>
            <a:r>
              <a:rPr dirty="0" sz="1950" spc="-2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==</a:t>
            </a:r>
            <a:r>
              <a:rPr dirty="0" sz="1950" spc="-3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20">
                <a:solidFill>
                  <a:srgbClr val="D6E3FB"/>
                </a:solidFill>
                <a:latin typeface="Courier New"/>
                <a:cs typeface="Courier New"/>
              </a:rPr>
              <a:t>-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1)</a:t>
            </a:r>
            <a:r>
              <a:rPr dirty="0" sz="1950" spc="-2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1950">
              <a:latin typeface="Courier New"/>
              <a:cs typeface="Courier New"/>
            </a:endParaRPr>
          </a:p>
          <a:p>
            <a:pPr marL="1201420" marR="896619">
              <a:lnSpc>
                <a:spcPct val="102600"/>
              </a:lnSpc>
            </a:pP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1950" spc="-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not</a:t>
            </a:r>
            <a:r>
              <a:rPr dirty="0" sz="1950" spc="-9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10">
                <a:solidFill>
                  <a:srgbClr val="D6E3FB"/>
                </a:solidFill>
                <a:latin typeface="Courier New"/>
                <a:cs typeface="Courier New"/>
              </a:rPr>
              <a:t>found.\n"); return;</a:t>
            </a:r>
            <a:endParaRPr sz="1950">
              <a:latin typeface="Courier New"/>
              <a:cs typeface="Courier New"/>
            </a:endParaRPr>
          </a:p>
          <a:p>
            <a:pPr marL="607060">
              <a:lnSpc>
                <a:spcPct val="100000"/>
              </a:lnSpc>
              <a:spcBef>
                <a:spcPts val="60"/>
              </a:spcBef>
            </a:pPr>
            <a:r>
              <a:rPr dirty="0" sz="19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950">
              <a:latin typeface="Courier New"/>
              <a:cs typeface="Courier New"/>
            </a:endParaRPr>
          </a:p>
          <a:p>
            <a:pPr marL="1201420" marR="1045210" indent="-594995">
              <a:lnSpc>
                <a:spcPct val="102600"/>
              </a:lnSpc>
            </a:pP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1950" spc="-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(books[idx].quantity</a:t>
            </a:r>
            <a:r>
              <a:rPr dirty="0" sz="1950" spc="-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&lt;=</a:t>
            </a:r>
            <a:r>
              <a:rPr dirty="0" sz="1950" spc="-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0)</a:t>
            </a:r>
            <a:r>
              <a:rPr dirty="0" sz="1950" spc="-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printf("Out</a:t>
            </a:r>
            <a:r>
              <a:rPr dirty="0" sz="1950" spc="-8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of</a:t>
            </a:r>
            <a:r>
              <a:rPr dirty="0" sz="1950" spc="-7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10">
                <a:solidFill>
                  <a:srgbClr val="D6E3FB"/>
                </a:solidFill>
                <a:latin typeface="Courier New"/>
                <a:cs typeface="Courier New"/>
              </a:rPr>
              <a:t>stock.\n"); return;</a:t>
            </a:r>
            <a:endParaRPr sz="1950">
              <a:latin typeface="Courier New"/>
              <a:cs typeface="Courier New"/>
            </a:endParaRPr>
          </a:p>
          <a:p>
            <a:pPr marL="607060">
              <a:lnSpc>
                <a:spcPct val="100000"/>
              </a:lnSpc>
              <a:spcBef>
                <a:spcPts val="60"/>
              </a:spcBef>
            </a:pPr>
            <a:r>
              <a:rPr dirty="0" sz="19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950">
              <a:latin typeface="Courier New"/>
              <a:cs typeface="Courier New"/>
            </a:endParaRPr>
          </a:p>
          <a:p>
            <a:pPr marL="607060">
              <a:lnSpc>
                <a:spcPct val="100000"/>
              </a:lnSpc>
              <a:spcBef>
                <a:spcPts val="60"/>
              </a:spcBef>
            </a:pPr>
            <a:r>
              <a:rPr dirty="0" sz="1950" spc="-20">
                <a:solidFill>
                  <a:srgbClr val="D6E3FB"/>
                </a:solidFill>
                <a:latin typeface="Courier New"/>
                <a:cs typeface="Courier New"/>
              </a:rPr>
              <a:t>books[idx].quantity--</a:t>
            </a:r>
            <a:r>
              <a:rPr dirty="0" sz="1950" spc="-50">
                <a:solidFill>
                  <a:srgbClr val="D6E3FB"/>
                </a:solidFill>
                <a:latin typeface="Courier New"/>
                <a:cs typeface="Courier New"/>
              </a:rPr>
              <a:t>;</a:t>
            </a:r>
            <a:endParaRPr sz="1950">
              <a:latin typeface="Courier New"/>
              <a:cs typeface="Courier New"/>
            </a:endParaRPr>
          </a:p>
          <a:p>
            <a:pPr marL="1647189" marR="5080" indent="-1040765">
              <a:lnSpc>
                <a:spcPct val="102600"/>
              </a:lnSpc>
            </a:pP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1950" spc="-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issued.</a:t>
            </a:r>
            <a:r>
              <a:rPr dirty="0" sz="1950" spc="-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>
                <a:solidFill>
                  <a:srgbClr val="D6E3FB"/>
                </a:solidFill>
                <a:latin typeface="Courier New"/>
                <a:cs typeface="Courier New"/>
              </a:rPr>
              <a:t>Remaining:</a:t>
            </a:r>
            <a:r>
              <a:rPr dirty="0" sz="1950" spc="-114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1950" spc="-10">
                <a:solidFill>
                  <a:srgbClr val="D6E3FB"/>
                </a:solidFill>
                <a:latin typeface="Courier New"/>
                <a:cs typeface="Courier New"/>
              </a:rPr>
              <a:t>%d\n", books[idx].quantity);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14179" y="8109267"/>
            <a:ext cx="17462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1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UPDATE — </a:t>
            </a:r>
            <a:r>
              <a:rPr dirty="0" spc="-10"/>
              <a:t>returnBook()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4056379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Returning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a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book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restores its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availability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3686175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1638" y="3511550"/>
            <a:ext cx="7005320" cy="97409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Dynamic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recovery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re-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indexes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returning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copy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via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ID</a:t>
            </a:r>
            <a:r>
              <a:rPr dirty="0" sz="2100" spc="-3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lookup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Incrementation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increases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available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count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Live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analytics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prints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updated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value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back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1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terminal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000500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314824"/>
            <a:ext cx="66675" cy="666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83979" y="2400299"/>
            <a:ext cx="8570595" cy="6446520"/>
            <a:chOff x="8983979" y="2400299"/>
            <a:chExt cx="8570595" cy="6446520"/>
          </a:xfrm>
        </p:grpSpPr>
        <p:sp>
          <p:nvSpPr>
            <p:cNvPr id="10" name="object 10"/>
            <p:cNvSpPr/>
            <p:nvPr/>
          </p:nvSpPr>
          <p:spPr>
            <a:xfrm>
              <a:off x="8983979" y="2400299"/>
              <a:ext cx="8570595" cy="6446520"/>
            </a:xfrm>
            <a:custGeom>
              <a:avLst/>
              <a:gdLst/>
              <a:ahLst/>
              <a:cxnLst/>
              <a:rect l="l" t="t" r="r" b="b"/>
              <a:pathLst>
                <a:path w="8570594" h="6446520">
                  <a:moveTo>
                    <a:pt x="8462771" y="6446519"/>
                  </a:moveTo>
                  <a:lnTo>
                    <a:pt x="109728" y="6446519"/>
                  </a:lnTo>
                  <a:lnTo>
                    <a:pt x="67026" y="6437893"/>
                  </a:lnTo>
                  <a:lnTo>
                    <a:pt x="32147" y="6414372"/>
                  </a:lnTo>
                  <a:lnTo>
                    <a:pt x="8626" y="6379493"/>
                  </a:lnTo>
                  <a:lnTo>
                    <a:pt x="0" y="6336791"/>
                  </a:lnTo>
                  <a:lnTo>
                    <a:pt x="0" y="109728"/>
                  </a:lnTo>
                  <a:lnTo>
                    <a:pt x="8626" y="67026"/>
                  </a:lnTo>
                  <a:lnTo>
                    <a:pt x="32147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8462771" y="0"/>
                  </a:lnTo>
                  <a:lnTo>
                    <a:pt x="8505473" y="8626"/>
                  </a:lnTo>
                  <a:lnTo>
                    <a:pt x="8540353" y="32146"/>
                  </a:lnTo>
                  <a:lnTo>
                    <a:pt x="8563873" y="67026"/>
                  </a:lnTo>
                  <a:lnTo>
                    <a:pt x="8569966" y="97188"/>
                  </a:lnTo>
                  <a:lnTo>
                    <a:pt x="8569966" y="6349330"/>
                  </a:lnTo>
                  <a:lnTo>
                    <a:pt x="8563873" y="6379493"/>
                  </a:lnTo>
                  <a:lnTo>
                    <a:pt x="8540353" y="6414372"/>
                  </a:lnTo>
                  <a:lnTo>
                    <a:pt x="8505473" y="6437893"/>
                  </a:lnTo>
                  <a:lnTo>
                    <a:pt x="8462771" y="6446519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0868" y="2619755"/>
              <a:ext cx="150876" cy="1508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9" y="2619755"/>
              <a:ext cx="150876" cy="1508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1" y="2619755"/>
              <a:ext cx="150876" cy="1508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14179" y="2917856"/>
            <a:ext cx="6816090" cy="42202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629920" marR="3863340" indent="-617855">
              <a:lnSpc>
                <a:spcPts val="2550"/>
              </a:lnSpc>
              <a:spcBef>
                <a:spcPts val="85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void</a:t>
            </a:r>
            <a:r>
              <a:rPr dirty="0" sz="2000" spc="11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returnBook()</a:t>
            </a:r>
            <a:r>
              <a:rPr dirty="0" sz="2000" spc="11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id,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D6E3FB"/>
                </a:solidFill>
                <a:latin typeface="Courier New"/>
                <a:cs typeface="Courier New"/>
              </a:rPr>
              <a:t>idx;</a:t>
            </a:r>
            <a:endParaRPr sz="2000">
              <a:latin typeface="Courier New"/>
              <a:cs typeface="Courier New"/>
            </a:endParaRPr>
          </a:p>
          <a:p>
            <a:pPr marL="629920" marR="2165350">
              <a:lnSpc>
                <a:spcPts val="2550"/>
              </a:lnSpc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printf("Enter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Book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ID: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D6E3FB"/>
                </a:solidFill>
                <a:latin typeface="Courier New"/>
                <a:cs typeface="Courier New"/>
              </a:rPr>
              <a:t>");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scanf("%d",</a:t>
            </a:r>
            <a:r>
              <a:rPr dirty="0" sz="2000" spc="1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&amp;id);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000">
              <a:latin typeface="Courier New"/>
              <a:cs typeface="Courier New"/>
            </a:endParaRPr>
          </a:p>
          <a:p>
            <a:pPr marL="629920" marR="3554095">
              <a:lnSpc>
                <a:spcPct val="106300"/>
              </a:lnSpc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idx</a:t>
            </a:r>
            <a:r>
              <a:rPr dirty="0" sz="2000" spc="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200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findId(id);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(idx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==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-1)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47140" marR="1239520">
              <a:lnSpc>
                <a:spcPts val="2550"/>
              </a:lnSpc>
              <a:spcBef>
                <a:spcPts val="11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2000" spc="10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not</a:t>
            </a:r>
            <a:r>
              <a:rPr dirty="0" sz="2000" spc="10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found.\n"); return;</a:t>
            </a: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  <a:spcBef>
                <a:spcPts val="40"/>
              </a:spcBef>
            </a:pP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  <a:spcBef>
                <a:spcPts val="150"/>
              </a:spcBef>
            </a:pP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books[idx].quantity++;</a:t>
            </a:r>
            <a:endParaRPr sz="2000">
              <a:latin typeface="Courier New"/>
              <a:cs typeface="Courier New"/>
            </a:endParaRPr>
          </a:p>
          <a:p>
            <a:pPr marL="1710055" marR="5080" indent="-1080770">
              <a:lnSpc>
                <a:spcPts val="2550"/>
              </a:lnSpc>
              <a:spcBef>
                <a:spcPts val="105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2000" spc="1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returned.</a:t>
            </a:r>
            <a:r>
              <a:rPr dirty="0" sz="2000" spc="1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Available:</a:t>
            </a:r>
            <a:r>
              <a:rPr dirty="0" sz="2000" spc="1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%d\n", books[idx].quantity);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14179" y="7127906"/>
            <a:ext cx="1803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DELETE — </a:t>
            </a:r>
            <a:r>
              <a:rPr dirty="0" spc="-10"/>
              <a:t>deleteBook()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472694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Completing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the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CRUD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set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by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removing</a:t>
            </a:r>
            <a:r>
              <a:rPr dirty="0" sz="1950" spc="-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a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 record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3829050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1638" y="3654425"/>
            <a:ext cx="7165975" cy="97409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84455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Not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in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original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menu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—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added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here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complete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CRUD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Locates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record</a:t>
            </a:r>
            <a:r>
              <a:rPr dirty="0" sz="2100" spc="-3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via</a:t>
            </a:r>
            <a:r>
              <a:rPr dirty="0" sz="2100" spc="-4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findId()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</a:pP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Shifts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subsequent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records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left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to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close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gap,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then</a:t>
            </a:r>
            <a:r>
              <a:rPr dirty="0" sz="2100" spc="-20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444F6A"/>
                </a:solidFill>
                <a:latin typeface="Calibri"/>
                <a:cs typeface="Calibri"/>
              </a:rPr>
              <a:t>shrinks</a:t>
            </a:r>
            <a:r>
              <a:rPr dirty="0" sz="2100" spc="-25">
                <a:solidFill>
                  <a:srgbClr val="444F6A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444F6A"/>
                </a:solidFill>
                <a:latin typeface="Calibri"/>
                <a:cs typeface="Calibri"/>
              </a:rPr>
              <a:t>count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143374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4" y="4457699"/>
            <a:ext cx="66675" cy="6667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83979" y="2400300"/>
            <a:ext cx="8572500" cy="6995159"/>
            <a:chOff x="8983979" y="2400300"/>
            <a:chExt cx="8572500" cy="6995159"/>
          </a:xfrm>
        </p:grpSpPr>
        <p:sp>
          <p:nvSpPr>
            <p:cNvPr id="10" name="object 10"/>
            <p:cNvSpPr/>
            <p:nvPr/>
          </p:nvSpPr>
          <p:spPr>
            <a:xfrm>
              <a:off x="8983979" y="2400300"/>
              <a:ext cx="8572500" cy="6995159"/>
            </a:xfrm>
            <a:custGeom>
              <a:avLst/>
              <a:gdLst/>
              <a:ahLst/>
              <a:cxnLst/>
              <a:rect l="l" t="t" r="r" b="b"/>
              <a:pathLst>
                <a:path w="8572500" h="6995159">
                  <a:moveTo>
                    <a:pt x="8462771" y="6995159"/>
                  </a:moveTo>
                  <a:lnTo>
                    <a:pt x="109727" y="6995159"/>
                  </a:lnTo>
                  <a:lnTo>
                    <a:pt x="67026" y="6986533"/>
                  </a:lnTo>
                  <a:lnTo>
                    <a:pt x="32146" y="6963012"/>
                  </a:lnTo>
                  <a:lnTo>
                    <a:pt x="8626" y="6928132"/>
                  </a:lnTo>
                  <a:lnTo>
                    <a:pt x="0" y="6885431"/>
                  </a:lnTo>
                  <a:lnTo>
                    <a:pt x="0" y="109727"/>
                  </a:ln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8462771" y="0"/>
                  </a:lnTo>
                  <a:lnTo>
                    <a:pt x="8505473" y="8626"/>
                  </a:lnTo>
                  <a:lnTo>
                    <a:pt x="8540352" y="32146"/>
                  </a:lnTo>
                  <a:lnTo>
                    <a:pt x="8563873" y="67026"/>
                  </a:lnTo>
                  <a:lnTo>
                    <a:pt x="8572499" y="109727"/>
                  </a:lnTo>
                  <a:lnTo>
                    <a:pt x="8572499" y="6885431"/>
                  </a:lnTo>
                  <a:lnTo>
                    <a:pt x="8563873" y="6928132"/>
                  </a:lnTo>
                  <a:lnTo>
                    <a:pt x="8540352" y="6963012"/>
                  </a:lnTo>
                  <a:lnTo>
                    <a:pt x="8505473" y="6986533"/>
                  </a:lnTo>
                  <a:lnTo>
                    <a:pt x="8462771" y="6995159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0868" y="2619755"/>
              <a:ext cx="150876" cy="1508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9" y="2619755"/>
              <a:ext cx="150876" cy="1508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2" y="2619755"/>
              <a:ext cx="150876" cy="1508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14179" y="2917856"/>
            <a:ext cx="6353175" cy="48679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629920" marR="3399790" indent="-617855">
              <a:lnSpc>
                <a:spcPts val="2550"/>
              </a:lnSpc>
              <a:spcBef>
                <a:spcPts val="85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void</a:t>
            </a:r>
            <a:r>
              <a:rPr dirty="0" sz="2000" spc="11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deleteBook()</a:t>
            </a:r>
            <a:r>
              <a:rPr dirty="0" sz="2000" spc="11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int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id,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D6E3FB"/>
                </a:solidFill>
                <a:latin typeface="Courier New"/>
                <a:cs typeface="Courier New"/>
              </a:rPr>
              <a:t>idx;</a:t>
            </a:r>
            <a:endParaRPr sz="2000">
              <a:latin typeface="Courier New"/>
              <a:cs typeface="Courier New"/>
            </a:endParaRPr>
          </a:p>
          <a:p>
            <a:pPr marL="629920" marR="1702435">
              <a:lnSpc>
                <a:spcPts val="2550"/>
              </a:lnSpc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printf("Enter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Book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ID:</a:t>
            </a:r>
            <a:r>
              <a:rPr dirty="0" sz="2000" spc="9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D6E3FB"/>
                </a:solidFill>
                <a:latin typeface="Courier New"/>
                <a:cs typeface="Courier New"/>
              </a:rPr>
              <a:t>");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scanf("%d",</a:t>
            </a:r>
            <a:r>
              <a:rPr dirty="0" sz="2000" spc="1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&amp;id);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000">
              <a:latin typeface="Courier New"/>
              <a:cs typeface="Courier New"/>
            </a:endParaRPr>
          </a:p>
          <a:p>
            <a:pPr marL="629920" marR="3091180">
              <a:lnSpc>
                <a:spcPct val="106300"/>
              </a:lnSpc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idx</a:t>
            </a:r>
            <a:r>
              <a:rPr dirty="0" sz="2000" spc="3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200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findId(id);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if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(idx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==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-1)</a:t>
            </a:r>
            <a:r>
              <a:rPr dirty="0" sz="2000" spc="5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47140" marR="776605">
              <a:lnSpc>
                <a:spcPts val="2550"/>
              </a:lnSpc>
              <a:spcBef>
                <a:spcPts val="11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2000" spc="10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not</a:t>
            </a:r>
            <a:r>
              <a:rPr dirty="0" sz="2000" spc="10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found.\n"); return;</a:t>
            </a: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  <a:spcBef>
                <a:spcPts val="40"/>
              </a:spcBef>
            </a:pP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47140" marR="5080" indent="-617855">
              <a:lnSpc>
                <a:spcPts val="2550"/>
              </a:lnSpc>
              <a:spcBef>
                <a:spcPts val="11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for</a:t>
            </a:r>
            <a:r>
              <a:rPr dirty="0" sz="200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(int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</a:t>
            </a:r>
            <a:r>
              <a:rPr dirty="0" sz="200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idx;</a:t>
            </a:r>
            <a:r>
              <a:rPr dirty="0" sz="200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i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&lt;</a:t>
            </a:r>
            <a:r>
              <a:rPr dirty="0" sz="200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count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-</a:t>
            </a:r>
            <a:r>
              <a:rPr dirty="0" sz="2000" spc="40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1;</a:t>
            </a:r>
            <a:r>
              <a:rPr dirty="0" sz="2000" spc="4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D6E3FB"/>
                </a:solidFill>
                <a:latin typeface="Courier New"/>
                <a:cs typeface="Courier New"/>
              </a:rPr>
              <a:t>i++)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books[i]</a:t>
            </a:r>
            <a:r>
              <a:rPr dirty="0" sz="2000" spc="6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=</a:t>
            </a:r>
            <a:r>
              <a:rPr dirty="0" sz="2000" spc="6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books[i</a:t>
            </a:r>
            <a:r>
              <a:rPr dirty="0" sz="2000" spc="6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+</a:t>
            </a:r>
            <a:r>
              <a:rPr dirty="0" sz="2000" spc="6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D6E3FB"/>
                </a:solidFill>
                <a:latin typeface="Courier New"/>
                <a:cs typeface="Courier New"/>
              </a:rPr>
              <a:t>1];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count--</a:t>
            </a: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629920">
              <a:lnSpc>
                <a:spcPct val="100000"/>
              </a:lnSpc>
              <a:spcBef>
                <a:spcPts val="150"/>
              </a:spcBef>
            </a:pPr>
            <a:r>
              <a:rPr dirty="0" sz="2000">
                <a:solidFill>
                  <a:srgbClr val="D6E3FB"/>
                </a:solidFill>
                <a:latin typeface="Courier New"/>
                <a:cs typeface="Courier New"/>
              </a:rPr>
              <a:t>printf("Book</a:t>
            </a:r>
            <a:r>
              <a:rPr dirty="0" sz="2000" spc="155">
                <a:solidFill>
                  <a:srgbClr val="D6E3FB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D6E3FB"/>
                </a:solidFill>
                <a:latin typeface="Courier New"/>
                <a:cs typeface="Courier New"/>
              </a:rPr>
              <a:t>deleted.\n");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14179" y="7775606"/>
            <a:ext cx="1803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30" y="787850"/>
            <a:ext cx="646271" cy="6462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main() — Tying It </a:t>
            </a:r>
            <a:r>
              <a:rPr dirty="0" spc="-10"/>
              <a:t>Together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8959" y="1347469"/>
            <a:ext cx="451739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A</a:t>
            </a:r>
            <a:r>
              <a:rPr dirty="0" sz="1950" spc="-2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switch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statement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drives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every</a:t>
            </a:r>
            <a:r>
              <a:rPr dirty="0" sz="1950" spc="-20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i="1">
                <a:solidFill>
                  <a:srgbClr val="6A7999"/>
                </a:solidFill>
                <a:latin typeface="Calibri"/>
                <a:cs typeface="Calibri"/>
              </a:rPr>
              <a:t>CRUD</a:t>
            </a:r>
            <a:r>
              <a:rPr dirty="0" sz="1950" spc="-15" i="1">
                <a:solidFill>
                  <a:srgbClr val="6A7999"/>
                </a:solidFill>
                <a:latin typeface="Calibri"/>
                <a:cs typeface="Calibri"/>
              </a:rPr>
              <a:t> </a:t>
            </a:r>
            <a:r>
              <a:rPr dirty="0" sz="1950" spc="-10" i="1">
                <a:solidFill>
                  <a:srgbClr val="6A7999"/>
                </a:solidFill>
                <a:latin typeface="Calibri"/>
                <a:cs typeface="Calibri"/>
              </a:rPr>
              <a:t>action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34440" y="2537460"/>
            <a:ext cx="15773400" cy="6858000"/>
            <a:chOff x="1234440" y="2537460"/>
            <a:chExt cx="15773400" cy="6858000"/>
          </a:xfrm>
        </p:grpSpPr>
        <p:sp>
          <p:nvSpPr>
            <p:cNvPr id="6" name="object 6"/>
            <p:cNvSpPr/>
            <p:nvPr/>
          </p:nvSpPr>
          <p:spPr>
            <a:xfrm>
              <a:off x="1234440" y="2537460"/>
              <a:ext cx="15773400" cy="6858000"/>
            </a:xfrm>
            <a:custGeom>
              <a:avLst/>
              <a:gdLst/>
              <a:ahLst/>
              <a:cxnLst/>
              <a:rect l="l" t="t" r="r" b="b"/>
              <a:pathLst>
                <a:path w="15773400" h="6858000">
                  <a:moveTo>
                    <a:pt x="15663670" y="6857999"/>
                  </a:moveTo>
                  <a:lnTo>
                    <a:pt x="109727" y="6857999"/>
                  </a:lnTo>
                  <a:lnTo>
                    <a:pt x="67026" y="6849373"/>
                  </a:lnTo>
                  <a:lnTo>
                    <a:pt x="32146" y="6825852"/>
                  </a:lnTo>
                  <a:lnTo>
                    <a:pt x="8626" y="6790973"/>
                  </a:lnTo>
                  <a:lnTo>
                    <a:pt x="0" y="6748271"/>
                  </a:lnTo>
                  <a:lnTo>
                    <a:pt x="0" y="109727"/>
                  </a:ln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15663670" y="0"/>
                  </a:lnTo>
                  <a:lnTo>
                    <a:pt x="15706372" y="8626"/>
                  </a:lnTo>
                  <a:lnTo>
                    <a:pt x="15741251" y="32146"/>
                  </a:lnTo>
                  <a:lnTo>
                    <a:pt x="15764772" y="67026"/>
                  </a:lnTo>
                  <a:lnTo>
                    <a:pt x="15773398" y="109727"/>
                  </a:lnTo>
                  <a:lnTo>
                    <a:pt x="15773398" y="6748271"/>
                  </a:lnTo>
                  <a:lnTo>
                    <a:pt x="15764772" y="6790973"/>
                  </a:lnTo>
                  <a:lnTo>
                    <a:pt x="15741251" y="6825852"/>
                  </a:lnTo>
                  <a:lnTo>
                    <a:pt x="15706372" y="6849373"/>
                  </a:lnTo>
                  <a:lnTo>
                    <a:pt x="15663670" y="6857999"/>
                  </a:lnTo>
                  <a:close/>
                </a:path>
              </a:pathLst>
            </a:custGeom>
            <a:solidFill>
              <a:srgbClr val="0E15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1328" y="2756915"/>
              <a:ext cx="150876" cy="1508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3080" y="2756915"/>
              <a:ext cx="150876" cy="1508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4832" y="2756915"/>
              <a:ext cx="150876" cy="15087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64639" y="3044634"/>
            <a:ext cx="9114155" cy="2482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int main() </a:t>
            </a:r>
            <a:r>
              <a:rPr dirty="0" sz="225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2250">
              <a:latin typeface="Courier New"/>
              <a:cs typeface="Courier New"/>
            </a:endParaRPr>
          </a:p>
          <a:p>
            <a:pPr marL="698500" marR="6520815">
              <a:lnSpc>
                <a:spcPct val="102800"/>
              </a:lnSpc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int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choice; </a:t>
            </a: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do </a:t>
            </a:r>
            <a:r>
              <a:rPr dirty="0" sz="225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225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  <a:spcBef>
                <a:spcPts val="75"/>
              </a:spcBef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printf("1.Add 2.View 3.Search </a:t>
            </a:r>
            <a:r>
              <a:rPr dirty="0" sz="2250" spc="-50">
                <a:solidFill>
                  <a:srgbClr val="D6E3FB"/>
                </a:solidFill>
                <a:latin typeface="Courier New"/>
                <a:cs typeface="Courier New"/>
              </a:rPr>
              <a:t>"</a:t>
            </a:r>
            <a:endParaRPr sz="2250">
              <a:latin typeface="Courier New"/>
              <a:cs typeface="Courier New"/>
            </a:endParaRPr>
          </a:p>
          <a:p>
            <a:pPr marL="1384300" marR="5080" indent="1200150">
              <a:lnSpc>
                <a:spcPct val="102800"/>
              </a:lnSpc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"4.Issue 5.Return 6.Delete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0.Exit\n"); </a:t>
            </a: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scanf("%d",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&amp;choice);</a:t>
            </a:r>
            <a:endParaRPr sz="225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  <a:spcBef>
                <a:spcPts val="70"/>
              </a:spcBef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switch (choice) </a:t>
            </a:r>
            <a:r>
              <a:rPr dirty="0" sz="2250" spc="-50">
                <a:solidFill>
                  <a:srgbClr val="D6E3FB"/>
                </a:solidFill>
                <a:latin typeface="Courier New"/>
                <a:cs typeface="Courier New"/>
              </a:rPr>
              <a:t>{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22486" y="5511609"/>
            <a:ext cx="3283585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case 1: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addBook();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case 2: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viewBook();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5130" y="5511609"/>
            <a:ext cx="1054735" cy="72072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25"/>
              </a:spcBef>
            </a:pP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break; break;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4639" y="6216459"/>
            <a:ext cx="6885305" cy="283527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just" marL="2070100" marR="5080">
              <a:lnSpc>
                <a:spcPct val="102800"/>
              </a:lnSpc>
              <a:spcBef>
                <a:spcPts val="25"/>
              </a:spcBef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case 3: searchBook();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break; </a:t>
            </a: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case 4: issueBook(); 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break; </a:t>
            </a: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case 5: returnBook();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break; </a:t>
            </a: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case 6: deleteBook(); </a:t>
            </a:r>
            <a:r>
              <a:rPr dirty="0" sz="2250" spc="-10">
                <a:solidFill>
                  <a:srgbClr val="D6E3FB"/>
                </a:solidFill>
                <a:latin typeface="Courier New"/>
                <a:cs typeface="Courier New"/>
              </a:rPr>
              <a:t>break;</a:t>
            </a:r>
            <a:endParaRPr sz="225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  <a:spcBef>
                <a:spcPts val="75"/>
              </a:spcBef>
            </a:pPr>
            <a:r>
              <a:rPr dirty="0" sz="22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250">
              <a:latin typeface="Courier New"/>
              <a:cs typeface="Courier New"/>
            </a:endParaRPr>
          </a:p>
          <a:p>
            <a:pPr marL="698500" marR="2405380">
              <a:lnSpc>
                <a:spcPct val="102800"/>
              </a:lnSpc>
            </a:pP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} while (choice != </a:t>
            </a:r>
            <a:r>
              <a:rPr dirty="0" sz="2250" spc="-25">
                <a:solidFill>
                  <a:srgbClr val="D6E3FB"/>
                </a:solidFill>
                <a:latin typeface="Courier New"/>
                <a:cs typeface="Courier New"/>
              </a:rPr>
              <a:t>0); </a:t>
            </a:r>
            <a:r>
              <a:rPr dirty="0" sz="2250">
                <a:solidFill>
                  <a:srgbClr val="D6E3FB"/>
                </a:solidFill>
                <a:latin typeface="Courier New"/>
                <a:cs typeface="Courier New"/>
              </a:rPr>
              <a:t>return </a:t>
            </a:r>
            <a:r>
              <a:rPr dirty="0" sz="2250" spc="-25">
                <a:solidFill>
                  <a:srgbClr val="D6E3FB"/>
                </a:solidFill>
                <a:latin typeface="Courier New"/>
                <a:cs typeface="Courier New"/>
              </a:rPr>
              <a:t>0;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250" spc="-50">
                <a:solidFill>
                  <a:srgbClr val="D6E3FB"/>
                </a:solidFill>
                <a:latin typeface="Courier New"/>
                <a:cs typeface="Courier New"/>
              </a:rPr>
              <a:t>}</a:t>
            </a:r>
            <a:endParaRPr sz="2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2511" y="0"/>
            <a:ext cx="754379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67360" y="0"/>
            <a:ext cx="5120640" cy="4937760"/>
          </a:xfrm>
          <a:custGeom>
            <a:avLst/>
            <a:gdLst/>
            <a:ahLst/>
            <a:cxnLst/>
            <a:rect l="l" t="t" r="r" b="b"/>
            <a:pathLst>
              <a:path w="5120640" h="4937760">
                <a:moveTo>
                  <a:pt x="4409652" y="4848859"/>
                </a:moveTo>
                <a:lnTo>
                  <a:pt x="2722667" y="4848859"/>
                </a:lnTo>
                <a:lnTo>
                  <a:pt x="2456404" y="4772659"/>
                </a:lnTo>
                <a:lnTo>
                  <a:pt x="2412869" y="4747259"/>
                </a:lnTo>
                <a:lnTo>
                  <a:pt x="2283790" y="4709159"/>
                </a:lnTo>
                <a:lnTo>
                  <a:pt x="2241285" y="4683759"/>
                </a:lnTo>
                <a:lnTo>
                  <a:pt x="2157082" y="4658359"/>
                </a:lnTo>
                <a:lnTo>
                  <a:pt x="2115392" y="4632959"/>
                </a:lnTo>
                <a:lnTo>
                  <a:pt x="2073982" y="4620259"/>
                </a:lnTo>
                <a:lnTo>
                  <a:pt x="2032856" y="4594859"/>
                </a:lnTo>
                <a:lnTo>
                  <a:pt x="1992017" y="4582159"/>
                </a:lnTo>
                <a:lnTo>
                  <a:pt x="1911220" y="4531359"/>
                </a:lnTo>
                <a:lnTo>
                  <a:pt x="1871269" y="4518659"/>
                </a:lnTo>
                <a:lnTo>
                  <a:pt x="1792283" y="4467859"/>
                </a:lnTo>
                <a:lnTo>
                  <a:pt x="1753257" y="4455159"/>
                </a:lnTo>
                <a:lnTo>
                  <a:pt x="1638090" y="4378959"/>
                </a:lnTo>
                <a:lnTo>
                  <a:pt x="1525877" y="4302759"/>
                </a:lnTo>
                <a:lnTo>
                  <a:pt x="1452764" y="4251959"/>
                </a:lnTo>
                <a:lnTo>
                  <a:pt x="1381044" y="4201159"/>
                </a:lnTo>
                <a:lnTo>
                  <a:pt x="1345717" y="4163059"/>
                </a:lnTo>
                <a:lnTo>
                  <a:pt x="1276149" y="4112259"/>
                </a:lnTo>
                <a:lnTo>
                  <a:pt x="1241916" y="4086859"/>
                </a:lnTo>
                <a:lnTo>
                  <a:pt x="1208056" y="4048759"/>
                </a:lnTo>
                <a:lnTo>
                  <a:pt x="1141470" y="3997959"/>
                </a:lnTo>
                <a:lnTo>
                  <a:pt x="1108752" y="3959859"/>
                </a:lnTo>
                <a:lnTo>
                  <a:pt x="1076423" y="3934459"/>
                </a:lnTo>
                <a:lnTo>
                  <a:pt x="1044487" y="3896359"/>
                </a:lnTo>
                <a:lnTo>
                  <a:pt x="1012948" y="3870959"/>
                </a:lnTo>
                <a:lnTo>
                  <a:pt x="981810" y="3832859"/>
                </a:lnTo>
                <a:lnTo>
                  <a:pt x="951077" y="3807459"/>
                </a:lnTo>
                <a:lnTo>
                  <a:pt x="920754" y="3769359"/>
                </a:lnTo>
                <a:lnTo>
                  <a:pt x="890843" y="3731259"/>
                </a:lnTo>
                <a:lnTo>
                  <a:pt x="861350" y="3705859"/>
                </a:lnTo>
                <a:lnTo>
                  <a:pt x="832277" y="3667759"/>
                </a:lnTo>
                <a:lnTo>
                  <a:pt x="803630" y="3629659"/>
                </a:lnTo>
                <a:lnTo>
                  <a:pt x="775413" y="3604259"/>
                </a:lnTo>
                <a:lnTo>
                  <a:pt x="747629" y="3566159"/>
                </a:lnTo>
                <a:lnTo>
                  <a:pt x="720282" y="3528059"/>
                </a:lnTo>
                <a:lnTo>
                  <a:pt x="693377" y="3489959"/>
                </a:lnTo>
                <a:lnTo>
                  <a:pt x="666917" y="3451859"/>
                </a:lnTo>
                <a:lnTo>
                  <a:pt x="640907" y="3413759"/>
                </a:lnTo>
                <a:lnTo>
                  <a:pt x="615350" y="3375659"/>
                </a:lnTo>
                <a:lnTo>
                  <a:pt x="590251" y="3337559"/>
                </a:lnTo>
                <a:lnTo>
                  <a:pt x="565613" y="3312159"/>
                </a:lnTo>
                <a:lnTo>
                  <a:pt x="541442" y="3274059"/>
                </a:lnTo>
                <a:lnTo>
                  <a:pt x="517740" y="3223259"/>
                </a:lnTo>
                <a:lnTo>
                  <a:pt x="494512" y="3185159"/>
                </a:lnTo>
                <a:lnTo>
                  <a:pt x="471762" y="3147059"/>
                </a:lnTo>
                <a:lnTo>
                  <a:pt x="449493" y="3108959"/>
                </a:lnTo>
                <a:lnTo>
                  <a:pt x="427711" y="3070859"/>
                </a:lnTo>
                <a:lnTo>
                  <a:pt x="406418" y="3032759"/>
                </a:lnTo>
                <a:lnTo>
                  <a:pt x="385620" y="2994659"/>
                </a:lnTo>
                <a:lnTo>
                  <a:pt x="365320" y="2956559"/>
                </a:lnTo>
                <a:lnTo>
                  <a:pt x="345521" y="2905759"/>
                </a:lnTo>
                <a:lnTo>
                  <a:pt x="326229" y="2867659"/>
                </a:lnTo>
                <a:lnTo>
                  <a:pt x="307447" y="2829559"/>
                </a:lnTo>
                <a:lnTo>
                  <a:pt x="289180" y="2791459"/>
                </a:lnTo>
                <a:lnTo>
                  <a:pt x="271430" y="2740659"/>
                </a:lnTo>
                <a:lnTo>
                  <a:pt x="254203" y="2702559"/>
                </a:lnTo>
                <a:lnTo>
                  <a:pt x="237502" y="2664459"/>
                </a:lnTo>
                <a:lnTo>
                  <a:pt x="221332" y="2613659"/>
                </a:lnTo>
                <a:lnTo>
                  <a:pt x="205696" y="2575559"/>
                </a:lnTo>
                <a:lnTo>
                  <a:pt x="190599" y="2537459"/>
                </a:lnTo>
                <a:lnTo>
                  <a:pt x="176044" y="2486659"/>
                </a:lnTo>
                <a:lnTo>
                  <a:pt x="162036" y="2448559"/>
                </a:lnTo>
                <a:lnTo>
                  <a:pt x="148578" y="2397759"/>
                </a:lnTo>
                <a:lnTo>
                  <a:pt x="135675" y="2359659"/>
                </a:lnTo>
                <a:lnTo>
                  <a:pt x="123331" y="2308859"/>
                </a:lnTo>
                <a:lnTo>
                  <a:pt x="111549" y="2270759"/>
                </a:lnTo>
                <a:lnTo>
                  <a:pt x="100334" y="2219959"/>
                </a:lnTo>
                <a:lnTo>
                  <a:pt x="89691" y="2181859"/>
                </a:lnTo>
                <a:lnTo>
                  <a:pt x="79621" y="2131059"/>
                </a:lnTo>
                <a:lnTo>
                  <a:pt x="70131" y="2080259"/>
                </a:lnTo>
                <a:lnTo>
                  <a:pt x="61224" y="2042159"/>
                </a:lnTo>
                <a:lnTo>
                  <a:pt x="52904" y="1991359"/>
                </a:lnTo>
                <a:lnTo>
                  <a:pt x="45175" y="1953259"/>
                </a:lnTo>
                <a:lnTo>
                  <a:pt x="38041" y="1902459"/>
                </a:lnTo>
                <a:lnTo>
                  <a:pt x="31506" y="1851659"/>
                </a:lnTo>
                <a:lnTo>
                  <a:pt x="25574" y="1813559"/>
                </a:lnTo>
                <a:lnTo>
                  <a:pt x="20250" y="1762759"/>
                </a:lnTo>
                <a:lnTo>
                  <a:pt x="15537" y="1711959"/>
                </a:lnTo>
                <a:lnTo>
                  <a:pt x="11439" y="1661159"/>
                </a:lnTo>
                <a:lnTo>
                  <a:pt x="7960" y="1623059"/>
                </a:lnTo>
                <a:lnTo>
                  <a:pt x="5105" y="1572259"/>
                </a:lnTo>
                <a:lnTo>
                  <a:pt x="2878" y="1521459"/>
                </a:lnTo>
                <a:lnTo>
                  <a:pt x="1281" y="1470659"/>
                </a:lnTo>
                <a:lnTo>
                  <a:pt x="321" y="1432559"/>
                </a:lnTo>
                <a:lnTo>
                  <a:pt x="0" y="1381759"/>
                </a:lnTo>
                <a:lnTo>
                  <a:pt x="321" y="1330959"/>
                </a:lnTo>
                <a:lnTo>
                  <a:pt x="1281" y="1280159"/>
                </a:lnTo>
                <a:lnTo>
                  <a:pt x="2878" y="1229359"/>
                </a:lnTo>
                <a:lnTo>
                  <a:pt x="5105" y="1191259"/>
                </a:lnTo>
                <a:lnTo>
                  <a:pt x="7960" y="1140459"/>
                </a:lnTo>
                <a:lnTo>
                  <a:pt x="11439" y="1089659"/>
                </a:lnTo>
                <a:lnTo>
                  <a:pt x="15537" y="1038859"/>
                </a:lnTo>
                <a:lnTo>
                  <a:pt x="20250" y="1000759"/>
                </a:lnTo>
                <a:lnTo>
                  <a:pt x="25574" y="949959"/>
                </a:lnTo>
                <a:lnTo>
                  <a:pt x="31506" y="899159"/>
                </a:lnTo>
                <a:lnTo>
                  <a:pt x="38041" y="861059"/>
                </a:lnTo>
                <a:lnTo>
                  <a:pt x="45175" y="810259"/>
                </a:lnTo>
                <a:lnTo>
                  <a:pt x="52904" y="759459"/>
                </a:lnTo>
                <a:lnTo>
                  <a:pt x="61224" y="721359"/>
                </a:lnTo>
                <a:lnTo>
                  <a:pt x="70131" y="670559"/>
                </a:lnTo>
                <a:lnTo>
                  <a:pt x="79621" y="619759"/>
                </a:lnTo>
                <a:lnTo>
                  <a:pt x="89691" y="581659"/>
                </a:lnTo>
                <a:lnTo>
                  <a:pt x="100334" y="530859"/>
                </a:lnTo>
                <a:lnTo>
                  <a:pt x="111549" y="492759"/>
                </a:lnTo>
                <a:lnTo>
                  <a:pt x="123331" y="441959"/>
                </a:lnTo>
                <a:lnTo>
                  <a:pt x="135675" y="403859"/>
                </a:lnTo>
                <a:lnTo>
                  <a:pt x="148578" y="353059"/>
                </a:lnTo>
                <a:lnTo>
                  <a:pt x="162036" y="314959"/>
                </a:lnTo>
                <a:lnTo>
                  <a:pt x="176044" y="264159"/>
                </a:lnTo>
                <a:lnTo>
                  <a:pt x="190599" y="226059"/>
                </a:lnTo>
                <a:lnTo>
                  <a:pt x="205696" y="175259"/>
                </a:lnTo>
                <a:lnTo>
                  <a:pt x="221332" y="137159"/>
                </a:lnTo>
                <a:lnTo>
                  <a:pt x="237502" y="99059"/>
                </a:lnTo>
                <a:lnTo>
                  <a:pt x="254203" y="48259"/>
                </a:lnTo>
                <a:lnTo>
                  <a:pt x="271430" y="10159"/>
                </a:lnTo>
                <a:lnTo>
                  <a:pt x="276163" y="0"/>
                </a:lnTo>
                <a:lnTo>
                  <a:pt x="5120640" y="0"/>
                </a:lnTo>
                <a:lnTo>
                  <a:pt x="5120640" y="4588274"/>
                </a:lnTo>
                <a:lnTo>
                  <a:pt x="5099463" y="4594859"/>
                </a:lnTo>
                <a:lnTo>
                  <a:pt x="5058337" y="4620259"/>
                </a:lnTo>
                <a:lnTo>
                  <a:pt x="5016927" y="4632959"/>
                </a:lnTo>
                <a:lnTo>
                  <a:pt x="4975237" y="4658359"/>
                </a:lnTo>
                <a:lnTo>
                  <a:pt x="4891034" y="4683759"/>
                </a:lnTo>
                <a:lnTo>
                  <a:pt x="4848529" y="4709159"/>
                </a:lnTo>
                <a:lnTo>
                  <a:pt x="4719450" y="4747259"/>
                </a:lnTo>
                <a:lnTo>
                  <a:pt x="4675915" y="4772659"/>
                </a:lnTo>
                <a:lnTo>
                  <a:pt x="4409652" y="4848859"/>
                </a:lnTo>
                <a:close/>
              </a:path>
              <a:path w="5120640" h="4937760">
                <a:moveTo>
                  <a:pt x="4227627" y="4886959"/>
                </a:moveTo>
                <a:lnTo>
                  <a:pt x="2904692" y="4886959"/>
                </a:lnTo>
                <a:lnTo>
                  <a:pt x="2767849" y="4848859"/>
                </a:lnTo>
                <a:lnTo>
                  <a:pt x="4364470" y="4848859"/>
                </a:lnTo>
                <a:lnTo>
                  <a:pt x="4227627" y="4886959"/>
                </a:lnTo>
                <a:close/>
              </a:path>
              <a:path w="5120640" h="4937760">
                <a:moveTo>
                  <a:pt x="4088921" y="4912359"/>
                </a:moveTo>
                <a:lnTo>
                  <a:pt x="3043398" y="4912359"/>
                </a:lnTo>
                <a:lnTo>
                  <a:pt x="2950726" y="4886959"/>
                </a:lnTo>
                <a:lnTo>
                  <a:pt x="4181593" y="4886959"/>
                </a:lnTo>
                <a:lnTo>
                  <a:pt x="4088921" y="4912359"/>
                </a:lnTo>
                <a:close/>
              </a:path>
              <a:path w="5120640" h="4937760">
                <a:moveTo>
                  <a:pt x="3948461" y="4925059"/>
                </a:moveTo>
                <a:lnTo>
                  <a:pt x="3183858" y="4925059"/>
                </a:lnTo>
                <a:lnTo>
                  <a:pt x="3136850" y="4912359"/>
                </a:lnTo>
                <a:lnTo>
                  <a:pt x="3995469" y="4912359"/>
                </a:lnTo>
                <a:lnTo>
                  <a:pt x="3948461" y="4925059"/>
                </a:lnTo>
                <a:close/>
              </a:path>
              <a:path w="5120640" h="4937760">
                <a:moveTo>
                  <a:pt x="3853901" y="4937759"/>
                </a:moveTo>
                <a:lnTo>
                  <a:pt x="3278418" y="4937759"/>
                </a:lnTo>
                <a:lnTo>
                  <a:pt x="3231048" y="4925059"/>
                </a:lnTo>
                <a:lnTo>
                  <a:pt x="3901270" y="4925059"/>
                </a:lnTo>
                <a:lnTo>
                  <a:pt x="3853901" y="4937759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870700"/>
            <a:ext cx="3017520" cy="3416300"/>
          </a:xfrm>
          <a:custGeom>
            <a:avLst/>
            <a:gdLst/>
            <a:ahLst/>
            <a:cxnLst/>
            <a:rect l="l" t="t" r="r" b="b"/>
            <a:pathLst>
              <a:path w="3017520" h="3416300">
                <a:moveTo>
                  <a:pt x="2933212" y="3416299"/>
                </a:moveTo>
                <a:lnTo>
                  <a:pt x="0" y="3416299"/>
                </a:lnTo>
                <a:lnTo>
                  <a:pt x="0" y="9457"/>
                </a:lnTo>
                <a:lnTo>
                  <a:pt x="35133" y="0"/>
                </a:lnTo>
                <a:lnTo>
                  <a:pt x="513505" y="0"/>
                </a:lnTo>
                <a:lnTo>
                  <a:pt x="560683" y="12699"/>
                </a:lnTo>
                <a:lnTo>
                  <a:pt x="607626" y="12699"/>
                </a:lnTo>
                <a:lnTo>
                  <a:pt x="654325" y="25399"/>
                </a:lnTo>
                <a:lnTo>
                  <a:pt x="700776" y="25399"/>
                </a:lnTo>
                <a:lnTo>
                  <a:pt x="746971" y="38099"/>
                </a:lnTo>
                <a:lnTo>
                  <a:pt x="792903" y="38099"/>
                </a:lnTo>
                <a:lnTo>
                  <a:pt x="838565" y="50799"/>
                </a:lnTo>
                <a:lnTo>
                  <a:pt x="1278864" y="177799"/>
                </a:lnTo>
                <a:lnTo>
                  <a:pt x="1321112" y="203199"/>
                </a:lnTo>
                <a:lnTo>
                  <a:pt x="1363009" y="215899"/>
                </a:lnTo>
                <a:lnTo>
                  <a:pt x="1404547" y="241299"/>
                </a:lnTo>
                <a:lnTo>
                  <a:pt x="1445721" y="253999"/>
                </a:lnTo>
                <a:lnTo>
                  <a:pt x="1486523" y="279399"/>
                </a:lnTo>
                <a:lnTo>
                  <a:pt x="1526947" y="292099"/>
                </a:lnTo>
                <a:lnTo>
                  <a:pt x="1606633" y="342899"/>
                </a:lnTo>
                <a:lnTo>
                  <a:pt x="1645880" y="355599"/>
                </a:lnTo>
                <a:lnTo>
                  <a:pt x="1684723" y="380999"/>
                </a:lnTo>
                <a:lnTo>
                  <a:pt x="1761163" y="431799"/>
                </a:lnTo>
                <a:lnTo>
                  <a:pt x="1835900" y="482599"/>
                </a:lnTo>
                <a:lnTo>
                  <a:pt x="1908878" y="533399"/>
                </a:lnTo>
                <a:lnTo>
                  <a:pt x="1980044" y="584199"/>
                </a:lnTo>
                <a:lnTo>
                  <a:pt x="2014929" y="622299"/>
                </a:lnTo>
                <a:lnTo>
                  <a:pt x="2049342" y="647699"/>
                </a:lnTo>
                <a:lnTo>
                  <a:pt x="2083274" y="673099"/>
                </a:lnTo>
                <a:lnTo>
                  <a:pt x="2116719" y="698499"/>
                </a:lnTo>
                <a:lnTo>
                  <a:pt x="2149669" y="736599"/>
                </a:lnTo>
                <a:lnTo>
                  <a:pt x="2182119" y="761999"/>
                </a:lnTo>
                <a:lnTo>
                  <a:pt x="2214062" y="800099"/>
                </a:lnTo>
                <a:lnTo>
                  <a:pt x="2245490" y="825499"/>
                </a:lnTo>
                <a:lnTo>
                  <a:pt x="2276396" y="863599"/>
                </a:lnTo>
                <a:lnTo>
                  <a:pt x="2306775" y="888999"/>
                </a:lnTo>
                <a:lnTo>
                  <a:pt x="2336619" y="927099"/>
                </a:lnTo>
                <a:lnTo>
                  <a:pt x="2365922" y="965199"/>
                </a:lnTo>
                <a:lnTo>
                  <a:pt x="2394676" y="990599"/>
                </a:lnTo>
                <a:lnTo>
                  <a:pt x="2422875" y="1028699"/>
                </a:lnTo>
                <a:lnTo>
                  <a:pt x="2450512" y="1066799"/>
                </a:lnTo>
                <a:lnTo>
                  <a:pt x="2477580" y="1104899"/>
                </a:lnTo>
                <a:lnTo>
                  <a:pt x="2504072" y="1142999"/>
                </a:lnTo>
                <a:lnTo>
                  <a:pt x="2529982" y="1181099"/>
                </a:lnTo>
                <a:lnTo>
                  <a:pt x="2555303" y="1206499"/>
                </a:lnTo>
                <a:lnTo>
                  <a:pt x="2580028" y="1244599"/>
                </a:lnTo>
                <a:lnTo>
                  <a:pt x="2604151" y="1282699"/>
                </a:lnTo>
                <a:lnTo>
                  <a:pt x="2627663" y="1320799"/>
                </a:lnTo>
                <a:lnTo>
                  <a:pt x="2650559" y="1371599"/>
                </a:lnTo>
                <a:lnTo>
                  <a:pt x="2672832" y="1409699"/>
                </a:lnTo>
                <a:lnTo>
                  <a:pt x="2694476" y="1447799"/>
                </a:lnTo>
                <a:lnTo>
                  <a:pt x="2715482" y="1485899"/>
                </a:lnTo>
                <a:lnTo>
                  <a:pt x="2735845" y="1523999"/>
                </a:lnTo>
                <a:lnTo>
                  <a:pt x="2755557" y="1562099"/>
                </a:lnTo>
                <a:lnTo>
                  <a:pt x="2774612" y="1612899"/>
                </a:lnTo>
                <a:lnTo>
                  <a:pt x="2793003" y="1650999"/>
                </a:lnTo>
                <a:lnTo>
                  <a:pt x="2810724" y="1689099"/>
                </a:lnTo>
                <a:lnTo>
                  <a:pt x="2827766" y="1727199"/>
                </a:lnTo>
                <a:lnTo>
                  <a:pt x="2844125" y="1777999"/>
                </a:lnTo>
                <a:lnTo>
                  <a:pt x="2859792" y="1816099"/>
                </a:lnTo>
                <a:lnTo>
                  <a:pt x="2874761" y="1866899"/>
                </a:lnTo>
                <a:lnTo>
                  <a:pt x="2889026" y="1904999"/>
                </a:lnTo>
                <a:lnTo>
                  <a:pt x="2902579" y="1943099"/>
                </a:lnTo>
                <a:lnTo>
                  <a:pt x="2915413" y="1993899"/>
                </a:lnTo>
                <a:lnTo>
                  <a:pt x="2927523" y="2031999"/>
                </a:lnTo>
                <a:lnTo>
                  <a:pt x="2938900" y="2082799"/>
                </a:lnTo>
                <a:lnTo>
                  <a:pt x="2949539" y="2120899"/>
                </a:lnTo>
                <a:lnTo>
                  <a:pt x="2959432" y="2171699"/>
                </a:lnTo>
                <a:lnTo>
                  <a:pt x="2968573" y="2222499"/>
                </a:lnTo>
                <a:lnTo>
                  <a:pt x="2976954" y="2260599"/>
                </a:lnTo>
                <a:lnTo>
                  <a:pt x="2984570" y="2311399"/>
                </a:lnTo>
                <a:lnTo>
                  <a:pt x="2991413" y="2362199"/>
                </a:lnTo>
                <a:lnTo>
                  <a:pt x="2997476" y="2400299"/>
                </a:lnTo>
                <a:lnTo>
                  <a:pt x="3002753" y="2451099"/>
                </a:lnTo>
                <a:lnTo>
                  <a:pt x="3007236" y="2501899"/>
                </a:lnTo>
                <a:lnTo>
                  <a:pt x="3010920" y="2539999"/>
                </a:lnTo>
                <a:lnTo>
                  <a:pt x="3013797" y="2590799"/>
                </a:lnTo>
                <a:lnTo>
                  <a:pt x="3015860" y="2641599"/>
                </a:lnTo>
                <a:lnTo>
                  <a:pt x="3017103" y="2692399"/>
                </a:lnTo>
                <a:lnTo>
                  <a:pt x="3017519" y="2743199"/>
                </a:lnTo>
                <a:lnTo>
                  <a:pt x="3017103" y="2781299"/>
                </a:lnTo>
                <a:lnTo>
                  <a:pt x="3015860" y="2832099"/>
                </a:lnTo>
                <a:lnTo>
                  <a:pt x="3013797" y="2882899"/>
                </a:lnTo>
                <a:lnTo>
                  <a:pt x="3010920" y="2933699"/>
                </a:lnTo>
                <a:lnTo>
                  <a:pt x="3007236" y="2971799"/>
                </a:lnTo>
                <a:lnTo>
                  <a:pt x="3002753" y="3022599"/>
                </a:lnTo>
                <a:lnTo>
                  <a:pt x="2997476" y="3073399"/>
                </a:lnTo>
                <a:lnTo>
                  <a:pt x="2991413" y="3111499"/>
                </a:lnTo>
                <a:lnTo>
                  <a:pt x="2984570" y="3162299"/>
                </a:lnTo>
                <a:lnTo>
                  <a:pt x="2976954" y="3213099"/>
                </a:lnTo>
                <a:lnTo>
                  <a:pt x="2968573" y="3251199"/>
                </a:lnTo>
                <a:lnTo>
                  <a:pt x="2959432" y="3301999"/>
                </a:lnTo>
                <a:lnTo>
                  <a:pt x="2949539" y="3352799"/>
                </a:lnTo>
                <a:lnTo>
                  <a:pt x="2938900" y="3390899"/>
                </a:lnTo>
                <a:lnTo>
                  <a:pt x="2933212" y="3416299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389391" y="3223259"/>
            <a:ext cx="1508760" cy="1508760"/>
            <a:chOff x="8389391" y="3223259"/>
            <a:chExt cx="1508760" cy="1508760"/>
          </a:xfrm>
        </p:grpSpPr>
        <p:sp>
          <p:nvSpPr>
            <p:cNvPr id="5" name="object 5"/>
            <p:cNvSpPr/>
            <p:nvPr/>
          </p:nvSpPr>
          <p:spPr>
            <a:xfrm>
              <a:off x="8389391" y="3223259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59" h="1508760">
                  <a:moveTo>
                    <a:pt x="754380" y="1508760"/>
                  </a:moveTo>
                  <a:lnTo>
                    <a:pt x="706672" y="1507275"/>
                  </a:lnTo>
                  <a:lnTo>
                    <a:pt x="659753" y="1502882"/>
                  </a:lnTo>
                  <a:lnTo>
                    <a:pt x="613711" y="1495667"/>
                  </a:lnTo>
                  <a:lnTo>
                    <a:pt x="568634" y="1485719"/>
                  </a:lnTo>
                  <a:lnTo>
                    <a:pt x="524611" y="1473128"/>
                  </a:lnTo>
                  <a:lnTo>
                    <a:pt x="481730" y="1457980"/>
                  </a:lnTo>
                  <a:lnTo>
                    <a:pt x="440078" y="1440365"/>
                  </a:lnTo>
                  <a:lnTo>
                    <a:pt x="399746" y="1420370"/>
                  </a:lnTo>
                  <a:lnTo>
                    <a:pt x="360820" y="1398085"/>
                  </a:lnTo>
                  <a:lnTo>
                    <a:pt x="323390" y="1373597"/>
                  </a:lnTo>
                  <a:lnTo>
                    <a:pt x="287544" y="1346996"/>
                  </a:lnTo>
                  <a:lnTo>
                    <a:pt x="253369" y="1318368"/>
                  </a:lnTo>
                  <a:lnTo>
                    <a:pt x="220956" y="1287803"/>
                  </a:lnTo>
                  <a:lnTo>
                    <a:pt x="190391" y="1255390"/>
                  </a:lnTo>
                  <a:lnTo>
                    <a:pt x="161763" y="1221215"/>
                  </a:lnTo>
                  <a:lnTo>
                    <a:pt x="135162" y="1185369"/>
                  </a:lnTo>
                  <a:lnTo>
                    <a:pt x="110674" y="1147939"/>
                  </a:lnTo>
                  <a:lnTo>
                    <a:pt x="88389" y="1109013"/>
                  </a:lnTo>
                  <a:lnTo>
                    <a:pt x="68394" y="1068681"/>
                  </a:lnTo>
                  <a:lnTo>
                    <a:pt x="50779" y="1027029"/>
                  </a:lnTo>
                  <a:lnTo>
                    <a:pt x="35631" y="984148"/>
                  </a:lnTo>
                  <a:lnTo>
                    <a:pt x="23040" y="940125"/>
                  </a:lnTo>
                  <a:lnTo>
                    <a:pt x="13092" y="895048"/>
                  </a:lnTo>
                  <a:lnTo>
                    <a:pt x="5877" y="849006"/>
                  </a:lnTo>
                  <a:lnTo>
                    <a:pt x="1484" y="802087"/>
                  </a:lnTo>
                  <a:lnTo>
                    <a:pt x="0" y="754380"/>
                  </a:lnTo>
                  <a:lnTo>
                    <a:pt x="1484" y="706672"/>
                  </a:lnTo>
                  <a:lnTo>
                    <a:pt x="5877" y="659753"/>
                  </a:lnTo>
                  <a:lnTo>
                    <a:pt x="13092" y="613711"/>
                  </a:lnTo>
                  <a:lnTo>
                    <a:pt x="23040" y="568634"/>
                  </a:lnTo>
                  <a:lnTo>
                    <a:pt x="35631" y="524611"/>
                  </a:lnTo>
                  <a:lnTo>
                    <a:pt x="50779" y="481730"/>
                  </a:lnTo>
                  <a:lnTo>
                    <a:pt x="68394" y="440078"/>
                  </a:lnTo>
                  <a:lnTo>
                    <a:pt x="88389" y="399746"/>
                  </a:lnTo>
                  <a:lnTo>
                    <a:pt x="110674" y="360820"/>
                  </a:lnTo>
                  <a:lnTo>
                    <a:pt x="135162" y="323390"/>
                  </a:lnTo>
                  <a:lnTo>
                    <a:pt x="161763" y="287544"/>
                  </a:lnTo>
                  <a:lnTo>
                    <a:pt x="190391" y="253369"/>
                  </a:lnTo>
                  <a:lnTo>
                    <a:pt x="220956" y="220956"/>
                  </a:lnTo>
                  <a:lnTo>
                    <a:pt x="253369" y="190391"/>
                  </a:lnTo>
                  <a:lnTo>
                    <a:pt x="287544" y="161763"/>
                  </a:lnTo>
                  <a:lnTo>
                    <a:pt x="323390" y="135162"/>
                  </a:lnTo>
                  <a:lnTo>
                    <a:pt x="360820" y="110674"/>
                  </a:lnTo>
                  <a:lnTo>
                    <a:pt x="399746" y="88389"/>
                  </a:lnTo>
                  <a:lnTo>
                    <a:pt x="440078" y="68394"/>
                  </a:lnTo>
                  <a:lnTo>
                    <a:pt x="481730" y="50779"/>
                  </a:lnTo>
                  <a:lnTo>
                    <a:pt x="524611" y="35631"/>
                  </a:lnTo>
                  <a:lnTo>
                    <a:pt x="568634" y="23040"/>
                  </a:lnTo>
                  <a:lnTo>
                    <a:pt x="613711" y="13092"/>
                  </a:lnTo>
                  <a:lnTo>
                    <a:pt x="659753" y="5877"/>
                  </a:lnTo>
                  <a:lnTo>
                    <a:pt x="706672" y="1484"/>
                  </a:lnTo>
                  <a:lnTo>
                    <a:pt x="754380" y="0"/>
                  </a:lnTo>
                  <a:lnTo>
                    <a:pt x="802087" y="1484"/>
                  </a:lnTo>
                  <a:lnTo>
                    <a:pt x="849006" y="5877"/>
                  </a:lnTo>
                  <a:lnTo>
                    <a:pt x="895048" y="13092"/>
                  </a:lnTo>
                  <a:lnTo>
                    <a:pt x="940125" y="23040"/>
                  </a:lnTo>
                  <a:lnTo>
                    <a:pt x="984148" y="35631"/>
                  </a:lnTo>
                  <a:lnTo>
                    <a:pt x="1027029" y="50779"/>
                  </a:lnTo>
                  <a:lnTo>
                    <a:pt x="1068681" y="68394"/>
                  </a:lnTo>
                  <a:lnTo>
                    <a:pt x="1109013" y="88389"/>
                  </a:lnTo>
                  <a:lnTo>
                    <a:pt x="1147939" y="110674"/>
                  </a:lnTo>
                  <a:lnTo>
                    <a:pt x="1185369" y="135162"/>
                  </a:lnTo>
                  <a:lnTo>
                    <a:pt x="1221215" y="161763"/>
                  </a:lnTo>
                  <a:lnTo>
                    <a:pt x="1255390" y="190391"/>
                  </a:lnTo>
                  <a:lnTo>
                    <a:pt x="1287803" y="220956"/>
                  </a:lnTo>
                  <a:lnTo>
                    <a:pt x="1318368" y="253369"/>
                  </a:lnTo>
                  <a:lnTo>
                    <a:pt x="1346996" y="287544"/>
                  </a:lnTo>
                  <a:lnTo>
                    <a:pt x="1373597" y="323390"/>
                  </a:lnTo>
                  <a:lnTo>
                    <a:pt x="1398085" y="360820"/>
                  </a:lnTo>
                  <a:lnTo>
                    <a:pt x="1420370" y="399746"/>
                  </a:lnTo>
                  <a:lnTo>
                    <a:pt x="1440365" y="440078"/>
                  </a:lnTo>
                  <a:lnTo>
                    <a:pt x="1457980" y="481730"/>
                  </a:lnTo>
                  <a:lnTo>
                    <a:pt x="1473128" y="524611"/>
                  </a:lnTo>
                  <a:lnTo>
                    <a:pt x="1485719" y="568634"/>
                  </a:lnTo>
                  <a:lnTo>
                    <a:pt x="1495667" y="613711"/>
                  </a:lnTo>
                  <a:lnTo>
                    <a:pt x="1502882" y="659753"/>
                  </a:lnTo>
                  <a:lnTo>
                    <a:pt x="1507275" y="706672"/>
                  </a:lnTo>
                  <a:lnTo>
                    <a:pt x="1508760" y="754380"/>
                  </a:lnTo>
                  <a:lnTo>
                    <a:pt x="1507275" y="802087"/>
                  </a:lnTo>
                  <a:lnTo>
                    <a:pt x="1502882" y="849006"/>
                  </a:lnTo>
                  <a:lnTo>
                    <a:pt x="1495667" y="895048"/>
                  </a:lnTo>
                  <a:lnTo>
                    <a:pt x="1485719" y="940125"/>
                  </a:lnTo>
                  <a:lnTo>
                    <a:pt x="1473128" y="984148"/>
                  </a:lnTo>
                  <a:lnTo>
                    <a:pt x="1457980" y="1027029"/>
                  </a:lnTo>
                  <a:lnTo>
                    <a:pt x="1440365" y="1068681"/>
                  </a:lnTo>
                  <a:lnTo>
                    <a:pt x="1420370" y="1109013"/>
                  </a:lnTo>
                  <a:lnTo>
                    <a:pt x="1398085" y="1147939"/>
                  </a:lnTo>
                  <a:lnTo>
                    <a:pt x="1373597" y="1185369"/>
                  </a:lnTo>
                  <a:lnTo>
                    <a:pt x="1346996" y="1221215"/>
                  </a:lnTo>
                  <a:lnTo>
                    <a:pt x="1318368" y="1255390"/>
                  </a:lnTo>
                  <a:lnTo>
                    <a:pt x="1287803" y="1287803"/>
                  </a:lnTo>
                  <a:lnTo>
                    <a:pt x="1255390" y="1318368"/>
                  </a:lnTo>
                  <a:lnTo>
                    <a:pt x="1221215" y="1346996"/>
                  </a:lnTo>
                  <a:lnTo>
                    <a:pt x="1185369" y="1373597"/>
                  </a:lnTo>
                  <a:lnTo>
                    <a:pt x="1147939" y="1398085"/>
                  </a:lnTo>
                  <a:lnTo>
                    <a:pt x="1109013" y="1420370"/>
                  </a:lnTo>
                  <a:lnTo>
                    <a:pt x="1068681" y="1440365"/>
                  </a:lnTo>
                  <a:lnTo>
                    <a:pt x="1027029" y="1457980"/>
                  </a:lnTo>
                  <a:lnTo>
                    <a:pt x="984148" y="1473128"/>
                  </a:lnTo>
                  <a:lnTo>
                    <a:pt x="940125" y="1485719"/>
                  </a:lnTo>
                  <a:lnTo>
                    <a:pt x="895048" y="1495667"/>
                  </a:lnTo>
                  <a:lnTo>
                    <a:pt x="849006" y="1502882"/>
                  </a:lnTo>
                  <a:lnTo>
                    <a:pt x="802087" y="1507275"/>
                  </a:lnTo>
                  <a:lnTo>
                    <a:pt x="754380" y="1508760"/>
                  </a:lnTo>
                  <a:close/>
                </a:path>
              </a:pathLst>
            </a:custGeom>
            <a:solidFill>
              <a:srgbClr val="3FA6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0442" y="3404311"/>
              <a:ext cx="1146619" cy="114661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053212" y="5214619"/>
            <a:ext cx="4180840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b="1">
                <a:solidFill>
                  <a:srgbClr val="FFFFFF"/>
                </a:solidFill>
                <a:latin typeface="Cambria"/>
                <a:cs typeface="Cambria"/>
              </a:rPr>
              <a:t>Thank </a:t>
            </a:r>
            <a:r>
              <a:rPr dirty="0" sz="6600" spc="-25" b="1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endParaRPr sz="6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8957" y="6508115"/>
            <a:ext cx="122694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Library</a:t>
            </a:r>
            <a:r>
              <a:rPr dirty="0" sz="2100" spc="-1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Management</a:t>
            </a:r>
            <a:r>
              <a:rPr dirty="0" sz="2100" spc="-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System</a:t>
            </a:r>
            <a:r>
              <a:rPr dirty="0" sz="2100" spc="-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—</a:t>
            </a:r>
            <a:r>
              <a:rPr dirty="0" sz="2100" spc="-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Ramya</a:t>
            </a:r>
            <a:r>
              <a:rPr dirty="0" sz="2100" spc="-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N-811325104169</a:t>
            </a:r>
            <a:r>
              <a:rPr dirty="0" sz="2100" spc="4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•</a:t>
            </a:r>
            <a:r>
              <a:rPr dirty="0" sz="2100" spc="4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Raniya</a:t>
            </a:r>
            <a:r>
              <a:rPr dirty="0" sz="2100" spc="-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A-811325104170</a:t>
            </a:r>
            <a:r>
              <a:rPr dirty="0" sz="2100" spc="4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•</a:t>
            </a:r>
            <a:r>
              <a:rPr dirty="0" sz="2100" spc="46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Sahana</a:t>
            </a:r>
            <a:r>
              <a:rPr dirty="0" sz="2100" spc="-5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CADBFB"/>
                </a:solidFill>
                <a:latin typeface="Calibri"/>
                <a:cs typeface="Calibri"/>
              </a:rPr>
              <a:t>D-</a:t>
            </a:r>
            <a:r>
              <a:rPr dirty="0" sz="2100" spc="-10">
                <a:solidFill>
                  <a:srgbClr val="CADBFB"/>
                </a:solidFill>
                <a:latin typeface="Calibri"/>
                <a:cs typeface="Calibri"/>
              </a:rPr>
              <a:t>811325104185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sahana dts</dc:creator>
  <cp:keywords>DAHOyaeqWoU,BAHOriiDhfI,0</cp:keywords>
  <dc:title>Library_Management_System_CRUD-1-1.pptx</dc:title>
  <dcterms:created xsi:type="dcterms:W3CDTF">2026-07-08T09:26:17Z</dcterms:created>
  <dcterms:modified xsi:type="dcterms:W3CDTF">2026-07-08T09:26:17Z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2026-07-08T00:00:00Z</vt:filetime>
  </property>
  <property fmtid="{D5CDD505-2E9C-101B-9397-08002B2CF9AE}" pid="4" name="Creator">
    <vt:lpwstr>Canva</vt:lpwstr>
  </property>
  <property fmtid="{D5CDD505-2E9C-101B-9397-08002B2CF9AE}" pid="5" name="LastSaved">
    <vt:filetime>2026-07-08T00:00:00Z</vt:filetime>
  </property>
  <property fmtid="{D5CDD505-2E9C-101B-9397-08002B2CF9AE}" pid="6" name="Producer">
    <vt:lpwstr>Canva</vt:lpwstr>
  </property>
</Properties>
</file>